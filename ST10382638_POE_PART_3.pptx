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836546-D59F-439A-9371-72C56D224500}" v="1" dt="2025-11-20T23:14:12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 de Marillac St Julien" userId="21cd25a9-5621-41d6-9bf5-79ece09f8b69" providerId="ADAL" clId="{584165F8-D849-4BC6-A6BB-31372731BEBE}"/>
    <pc:docChg chg="undo redo custSel addSld delSld modSld">
      <pc:chgData name="Luc de Marillac St Julien" userId="21cd25a9-5621-41d6-9bf5-79ece09f8b69" providerId="ADAL" clId="{584165F8-D849-4BC6-A6BB-31372731BEBE}" dt="2025-11-20T23:28:09.851" v="854" actId="22"/>
      <pc:docMkLst>
        <pc:docMk/>
      </pc:docMkLst>
      <pc:sldChg chg="new del">
        <pc:chgData name="Luc de Marillac St Julien" userId="21cd25a9-5621-41d6-9bf5-79ece09f8b69" providerId="ADAL" clId="{584165F8-D849-4BC6-A6BB-31372731BEBE}" dt="2025-11-20T22:43:51.074" v="1" actId="2696"/>
        <pc:sldMkLst>
          <pc:docMk/>
          <pc:sldMk cId="538814083" sldId="261"/>
        </pc:sldMkLst>
      </pc:sldChg>
      <pc:sldChg chg="addSp delSp modSp new mod setBg">
        <pc:chgData name="Luc de Marillac St Julien" userId="21cd25a9-5621-41d6-9bf5-79ece09f8b69" providerId="ADAL" clId="{584165F8-D849-4BC6-A6BB-31372731BEBE}" dt="2025-11-20T22:47:48.412" v="263" actId="26606"/>
        <pc:sldMkLst>
          <pc:docMk/>
          <pc:sldMk cId="4031053707" sldId="261"/>
        </pc:sldMkLst>
        <pc:spChg chg="mod">
          <ac:chgData name="Luc de Marillac St Julien" userId="21cd25a9-5621-41d6-9bf5-79ece09f8b69" providerId="ADAL" clId="{584165F8-D849-4BC6-A6BB-31372731BEBE}" dt="2025-11-20T22:47:48.412" v="263" actId="26606"/>
          <ac:spMkLst>
            <pc:docMk/>
            <pc:sldMk cId="4031053707" sldId="261"/>
            <ac:spMk id="2" creationId="{3A862A95-4E28-4E59-E7F2-1F69F9026B86}"/>
          </ac:spMkLst>
        </pc:spChg>
        <pc:spChg chg="del">
          <ac:chgData name="Luc de Marillac St Julien" userId="21cd25a9-5621-41d6-9bf5-79ece09f8b69" providerId="ADAL" clId="{584165F8-D849-4BC6-A6BB-31372731BEBE}" dt="2025-11-20T22:47:17.255" v="248" actId="22"/>
          <ac:spMkLst>
            <pc:docMk/>
            <pc:sldMk cId="4031053707" sldId="261"/>
            <ac:spMk id="3" creationId="{08741321-E731-FE93-4162-1F25AF97F75F}"/>
          </ac:spMkLst>
        </pc:spChg>
        <pc:spChg chg="mod">
          <ac:chgData name="Luc de Marillac St Julien" userId="21cd25a9-5621-41d6-9bf5-79ece09f8b69" providerId="ADAL" clId="{584165F8-D849-4BC6-A6BB-31372731BEBE}" dt="2025-11-20T22:47:48.412" v="263" actId="26606"/>
          <ac:spMkLst>
            <pc:docMk/>
            <pc:sldMk cId="4031053707" sldId="261"/>
            <ac:spMk id="4" creationId="{743055B0-6572-DE6A-E4D7-5A574EC9F384}"/>
          </ac:spMkLst>
        </pc:spChg>
        <pc:spChg chg="add del">
          <ac:chgData name="Luc de Marillac St Julien" userId="21cd25a9-5621-41d6-9bf5-79ece09f8b69" providerId="ADAL" clId="{584165F8-D849-4BC6-A6BB-31372731BEBE}" dt="2025-11-20T22:47:31.788" v="250" actId="26606"/>
          <ac:spMkLst>
            <pc:docMk/>
            <pc:sldMk cId="4031053707" sldId="261"/>
            <ac:spMk id="13" creationId="{744CAA32-F237-419C-A2DD-43C28D920D3C}"/>
          </ac:spMkLst>
        </pc:spChg>
        <pc:spChg chg="add del">
          <ac:chgData name="Luc de Marillac St Julien" userId="21cd25a9-5621-41d6-9bf5-79ece09f8b69" providerId="ADAL" clId="{584165F8-D849-4BC6-A6BB-31372731BEBE}" dt="2025-11-20T22:47:36.481" v="252" actId="26606"/>
          <ac:spMkLst>
            <pc:docMk/>
            <pc:sldMk cId="4031053707" sldId="261"/>
            <ac:spMk id="18" creationId="{744CAA32-F237-419C-A2DD-43C28D920D3C}"/>
          </ac:spMkLst>
        </pc:spChg>
        <pc:spChg chg="add del">
          <ac:chgData name="Luc de Marillac St Julien" userId="21cd25a9-5621-41d6-9bf5-79ece09f8b69" providerId="ADAL" clId="{584165F8-D849-4BC6-A6BB-31372731BEBE}" dt="2025-11-20T22:47:40.026" v="254" actId="26606"/>
          <ac:spMkLst>
            <pc:docMk/>
            <pc:sldMk cId="4031053707" sldId="261"/>
            <ac:spMk id="22" creationId="{744CAA32-F237-419C-A2DD-43C28D920D3C}"/>
          </ac:spMkLst>
        </pc:spChg>
        <pc:spChg chg="add del">
          <ac:chgData name="Luc de Marillac St Julien" userId="21cd25a9-5621-41d6-9bf5-79ece09f8b69" providerId="ADAL" clId="{584165F8-D849-4BC6-A6BB-31372731BEBE}" dt="2025-11-20T22:47:42.228" v="256" actId="26606"/>
          <ac:spMkLst>
            <pc:docMk/>
            <pc:sldMk cId="4031053707" sldId="261"/>
            <ac:spMk id="26" creationId="{744CAA32-F237-419C-A2DD-43C28D920D3C}"/>
          </ac:spMkLst>
        </pc:spChg>
        <pc:spChg chg="add del">
          <ac:chgData name="Luc de Marillac St Julien" userId="21cd25a9-5621-41d6-9bf5-79ece09f8b69" providerId="ADAL" clId="{584165F8-D849-4BC6-A6BB-31372731BEBE}" dt="2025-11-20T22:47:43.514" v="258" actId="26606"/>
          <ac:spMkLst>
            <pc:docMk/>
            <pc:sldMk cId="4031053707" sldId="261"/>
            <ac:spMk id="30" creationId="{744CAA32-F237-419C-A2DD-43C28D920D3C}"/>
          </ac:spMkLst>
        </pc:spChg>
        <pc:spChg chg="add del">
          <ac:chgData name="Luc de Marillac St Julien" userId="21cd25a9-5621-41d6-9bf5-79ece09f8b69" providerId="ADAL" clId="{584165F8-D849-4BC6-A6BB-31372731BEBE}" dt="2025-11-20T22:47:44.326" v="260" actId="26606"/>
          <ac:spMkLst>
            <pc:docMk/>
            <pc:sldMk cId="4031053707" sldId="261"/>
            <ac:spMk id="34" creationId="{744CAA32-F237-419C-A2DD-43C28D920D3C}"/>
          </ac:spMkLst>
        </pc:spChg>
        <pc:spChg chg="add del">
          <ac:chgData name="Luc de Marillac St Julien" userId="21cd25a9-5621-41d6-9bf5-79ece09f8b69" providerId="ADAL" clId="{584165F8-D849-4BC6-A6BB-31372731BEBE}" dt="2025-11-20T22:47:48.405" v="262" actId="26606"/>
          <ac:spMkLst>
            <pc:docMk/>
            <pc:sldMk cId="4031053707" sldId="261"/>
            <ac:spMk id="38" creationId="{DBDA151C-5770-45E4-AAFF-59E7F403866D}"/>
          </ac:spMkLst>
        </pc:spChg>
        <pc:spChg chg="add">
          <ac:chgData name="Luc de Marillac St Julien" userId="21cd25a9-5621-41d6-9bf5-79ece09f8b69" providerId="ADAL" clId="{584165F8-D849-4BC6-A6BB-31372731BEBE}" dt="2025-11-20T22:47:48.412" v="263" actId="26606"/>
          <ac:spMkLst>
            <pc:docMk/>
            <pc:sldMk cId="4031053707" sldId="261"/>
            <ac:spMk id="42" creationId="{744CAA32-F237-419C-A2DD-43C28D920D3C}"/>
          </ac:spMkLst>
        </pc:spChg>
        <pc:picChg chg="add mod ord">
          <ac:chgData name="Luc de Marillac St Julien" userId="21cd25a9-5621-41d6-9bf5-79ece09f8b69" providerId="ADAL" clId="{584165F8-D849-4BC6-A6BB-31372731BEBE}" dt="2025-11-20T22:47:48.412" v="263" actId="26606"/>
          <ac:picMkLst>
            <pc:docMk/>
            <pc:sldMk cId="4031053707" sldId="261"/>
            <ac:picMk id="6" creationId="{13A8A2A8-61E5-EA6D-2168-1552E9D89133}"/>
          </ac:picMkLst>
        </pc:picChg>
        <pc:cxnChg chg="add del">
          <ac:chgData name="Luc de Marillac St Julien" userId="21cd25a9-5621-41d6-9bf5-79ece09f8b69" providerId="ADAL" clId="{584165F8-D849-4BC6-A6BB-31372731BEBE}" dt="2025-11-20T22:47:31.788" v="250" actId="26606"/>
          <ac:cxnSpMkLst>
            <pc:docMk/>
            <pc:sldMk cId="4031053707" sldId="261"/>
            <ac:cxnSpMk id="11" creationId="{118E06E4-607B-144B-382B-AD3D06B1EE8C}"/>
          </ac:cxnSpMkLst>
        </pc:cxnChg>
        <pc:cxnChg chg="add del">
          <ac:chgData name="Luc de Marillac St Julien" userId="21cd25a9-5621-41d6-9bf5-79ece09f8b69" providerId="ADAL" clId="{584165F8-D849-4BC6-A6BB-31372731BEBE}" dt="2025-11-20T22:47:31.788" v="250" actId="26606"/>
          <ac:cxnSpMkLst>
            <pc:docMk/>
            <pc:sldMk cId="4031053707" sldId="261"/>
            <ac:cxnSpMk id="15" creationId="{92025DBA-8780-9CA0-2826-FF6E3BD1A0C9}"/>
          </ac:cxnSpMkLst>
        </pc:cxnChg>
        <pc:cxnChg chg="add del">
          <ac:chgData name="Luc de Marillac St Julien" userId="21cd25a9-5621-41d6-9bf5-79ece09f8b69" providerId="ADAL" clId="{584165F8-D849-4BC6-A6BB-31372731BEBE}" dt="2025-11-20T22:47:36.481" v="252" actId="26606"/>
          <ac:cxnSpMkLst>
            <pc:docMk/>
            <pc:sldMk cId="4031053707" sldId="261"/>
            <ac:cxnSpMk id="17" creationId="{118E06E4-607B-144B-382B-AD3D06B1EE8C}"/>
          </ac:cxnSpMkLst>
        </pc:cxnChg>
        <pc:cxnChg chg="add del">
          <ac:chgData name="Luc de Marillac St Julien" userId="21cd25a9-5621-41d6-9bf5-79ece09f8b69" providerId="ADAL" clId="{584165F8-D849-4BC6-A6BB-31372731BEBE}" dt="2025-11-20T22:47:36.481" v="252" actId="26606"/>
          <ac:cxnSpMkLst>
            <pc:docMk/>
            <pc:sldMk cId="4031053707" sldId="261"/>
            <ac:cxnSpMk id="19" creationId="{02C7985C-B0C3-CC50-E86A-B5EBA40E01DF}"/>
          </ac:cxnSpMkLst>
        </pc:cxnChg>
        <pc:cxnChg chg="add del">
          <ac:chgData name="Luc de Marillac St Julien" userId="21cd25a9-5621-41d6-9bf5-79ece09f8b69" providerId="ADAL" clId="{584165F8-D849-4BC6-A6BB-31372731BEBE}" dt="2025-11-20T22:47:40.026" v="254" actId="26606"/>
          <ac:cxnSpMkLst>
            <pc:docMk/>
            <pc:sldMk cId="4031053707" sldId="261"/>
            <ac:cxnSpMk id="21" creationId="{118E06E4-607B-144B-382B-AD3D06B1EE8C}"/>
          </ac:cxnSpMkLst>
        </pc:cxnChg>
        <pc:cxnChg chg="add del">
          <ac:chgData name="Luc de Marillac St Julien" userId="21cd25a9-5621-41d6-9bf5-79ece09f8b69" providerId="ADAL" clId="{584165F8-D849-4BC6-A6BB-31372731BEBE}" dt="2025-11-20T22:47:40.026" v="254" actId="26606"/>
          <ac:cxnSpMkLst>
            <pc:docMk/>
            <pc:sldMk cId="4031053707" sldId="261"/>
            <ac:cxnSpMk id="23" creationId="{08052531-D50B-3899-B150-D05525F4F2BC}"/>
          </ac:cxnSpMkLst>
        </pc:cxnChg>
        <pc:cxnChg chg="add del">
          <ac:chgData name="Luc de Marillac St Julien" userId="21cd25a9-5621-41d6-9bf5-79ece09f8b69" providerId="ADAL" clId="{584165F8-D849-4BC6-A6BB-31372731BEBE}" dt="2025-11-20T22:47:42.228" v="256" actId="26606"/>
          <ac:cxnSpMkLst>
            <pc:docMk/>
            <pc:sldMk cId="4031053707" sldId="261"/>
            <ac:cxnSpMk id="25" creationId="{118E06E4-607B-144B-382B-AD3D06B1EE8C}"/>
          </ac:cxnSpMkLst>
        </pc:cxnChg>
        <pc:cxnChg chg="add del">
          <ac:chgData name="Luc de Marillac St Julien" userId="21cd25a9-5621-41d6-9bf5-79ece09f8b69" providerId="ADAL" clId="{584165F8-D849-4BC6-A6BB-31372731BEBE}" dt="2025-11-20T22:47:42.228" v="256" actId="26606"/>
          <ac:cxnSpMkLst>
            <pc:docMk/>
            <pc:sldMk cId="4031053707" sldId="261"/>
            <ac:cxnSpMk id="27" creationId="{08052531-D50B-3899-B150-D05525F4F2BC}"/>
          </ac:cxnSpMkLst>
        </pc:cxnChg>
        <pc:cxnChg chg="add del">
          <ac:chgData name="Luc de Marillac St Julien" userId="21cd25a9-5621-41d6-9bf5-79ece09f8b69" providerId="ADAL" clId="{584165F8-D849-4BC6-A6BB-31372731BEBE}" dt="2025-11-20T22:47:43.514" v="258" actId="26606"/>
          <ac:cxnSpMkLst>
            <pc:docMk/>
            <pc:sldMk cId="4031053707" sldId="261"/>
            <ac:cxnSpMk id="29" creationId="{118E06E4-607B-144B-382B-AD3D06B1EE8C}"/>
          </ac:cxnSpMkLst>
        </pc:cxnChg>
        <pc:cxnChg chg="add del">
          <ac:chgData name="Luc de Marillac St Julien" userId="21cd25a9-5621-41d6-9bf5-79ece09f8b69" providerId="ADAL" clId="{584165F8-D849-4BC6-A6BB-31372731BEBE}" dt="2025-11-20T22:47:43.514" v="258" actId="26606"/>
          <ac:cxnSpMkLst>
            <pc:docMk/>
            <pc:sldMk cId="4031053707" sldId="261"/>
            <ac:cxnSpMk id="31" creationId="{02C7985C-B0C3-CC50-E86A-B5EBA40E01DF}"/>
          </ac:cxnSpMkLst>
        </pc:cxnChg>
        <pc:cxnChg chg="add del">
          <ac:chgData name="Luc de Marillac St Julien" userId="21cd25a9-5621-41d6-9bf5-79ece09f8b69" providerId="ADAL" clId="{584165F8-D849-4BC6-A6BB-31372731BEBE}" dt="2025-11-20T22:47:44.326" v="260" actId="26606"/>
          <ac:cxnSpMkLst>
            <pc:docMk/>
            <pc:sldMk cId="4031053707" sldId="261"/>
            <ac:cxnSpMk id="33" creationId="{118E06E4-607B-144B-382B-AD3D06B1EE8C}"/>
          </ac:cxnSpMkLst>
        </pc:cxnChg>
        <pc:cxnChg chg="add del">
          <ac:chgData name="Luc de Marillac St Julien" userId="21cd25a9-5621-41d6-9bf5-79ece09f8b69" providerId="ADAL" clId="{584165F8-D849-4BC6-A6BB-31372731BEBE}" dt="2025-11-20T22:47:44.326" v="260" actId="26606"/>
          <ac:cxnSpMkLst>
            <pc:docMk/>
            <pc:sldMk cId="4031053707" sldId="261"/>
            <ac:cxnSpMk id="35" creationId="{92025DBA-8780-9CA0-2826-FF6E3BD1A0C9}"/>
          </ac:cxnSpMkLst>
        </pc:cxnChg>
        <pc:cxnChg chg="add del">
          <ac:chgData name="Luc de Marillac St Julien" userId="21cd25a9-5621-41d6-9bf5-79ece09f8b69" providerId="ADAL" clId="{584165F8-D849-4BC6-A6BB-31372731BEBE}" dt="2025-11-20T22:47:48.405" v="262" actId="26606"/>
          <ac:cxnSpMkLst>
            <pc:docMk/>
            <pc:sldMk cId="4031053707" sldId="261"/>
            <ac:cxnSpMk id="37" creationId="{118E06E4-607B-144B-382B-AD3D06B1EE8C}"/>
          </ac:cxnSpMkLst>
        </pc:cxnChg>
        <pc:cxnChg chg="add del">
          <ac:chgData name="Luc de Marillac St Julien" userId="21cd25a9-5621-41d6-9bf5-79ece09f8b69" providerId="ADAL" clId="{584165F8-D849-4BC6-A6BB-31372731BEBE}" dt="2025-11-20T22:47:48.405" v="262" actId="26606"/>
          <ac:cxnSpMkLst>
            <pc:docMk/>
            <pc:sldMk cId="4031053707" sldId="261"/>
            <ac:cxnSpMk id="39" creationId="{2EA0F4A6-3CC9-C9E2-BA02-58FA29F7DD8E}"/>
          </ac:cxnSpMkLst>
        </pc:cxnChg>
        <pc:cxnChg chg="add">
          <ac:chgData name="Luc de Marillac St Julien" userId="21cd25a9-5621-41d6-9bf5-79ece09f8b69" providerId="ADAL" clId="{584165F8-D849-4BC6-A6BB-31372731BEBE}" dt="2025-11-20T22:47:48.412" v="263" actId="26606"/>
          <ac:cxnSpMkLst>
            <pc:docMk/>
            <pc:sldMk cId="4031053707" sldId="261"/>
            <ac:cxnSpMk id="41" creationId="{118E06E4-607B-144B-382B-AD3D06B1EE8C}"/>
          </ac:cxnSpMkLst>
        </pc:cxnChg>
        <pc:cxnChg chg="add">
          <ac:chgData name="Luc de Marillac St Julien" userId="21cd25a9-5621-41d6-9bf5-79ece09f8b69" providerId="ADAL" clId="{584165F8-D849-4BC6-A6BB-31372731BEBE}" dt="2025-11-20T22:47:48.412" v="263" actId="26606"/>
          <ac:cxnSpMkLst>
            <pc:docMk/>
            <pc:sldMk cId="4031053707" sldId="261"/>
            <ac:cxnSpMk id="43" creationId="{92025DBA-8780-9CA0-2826-FF6E3BD1A0C9}"/>
          </ac:cxnSpMkLst>
        </pc:cxnChg>
      </pc:sldChg>
      <pc:sldChg chg="addSp delSp modSp new mod setBg addAnim modAnim">
        <pc:chgData name="Luc de Marillac St Julien" userId="21cd25a9-5621-41d6-9bf5-79ece09f8b69" providerId="ADAL" clId="{584165F8-D849-4BC6-A6BB-31372731BEBE}" dt="2025-11-20T23:16:59.505" v="426" actId="26606"/>
        <pc:sldMkLst>
          <pc:docMk/>
          <pc:sldMk cId="2573434017" sldId="262"/>
        </pc:sldMkLst>
        <pc:spChg chg="mod">
          <ac:chgData name="Luc de Marillac St Julien" userId="21cd25a9-5621-41d6-9bf5-79ece09f8b69" providerId="ADAL" clId="{584165F8-D849-4BC6-A6BB-31372731BEBE}" dt="2025-11-20T23:16:59.505" v="426" actId="26606"/>
          <ac:spMkLst>
            <pc:docMk/>
            <pc:sldMk cId="2573434017" sldId="262"/>
            <ac:spMk id="2" creationId="{685BF6C5-E4B4-1C6B-843A-DD464D332EDB}"/>
          </ac:spMkLst>
        </pc:spChg>
        <pc:spChg chg="add del">
          <ac:chgData name="Luc de Marillac St Julien" userId="21cd25a9-5621-41d6-9bf5-79ece09f8b69" providerId="ADAL" clId="{584165F8-D849-4BC6-A6BB-31372731BEBE}" dt="2025-11-20T23:13:58.686" v="418" actId="22"/>
          <ac:spMkLst>
            <pc:docMk/>
            <pc:sldMk cId="2573434017" sldId="262"/>
            <ac:spMk id="3" creationId="{FB4914AB-10F7-11D7-5328-351CB1C6FF65}"/>
          </ac:spMkLst>
        </pc:spChg>
        <pc:spChg chg="mod">
          <ac:chgData name="Luc de Marillac St Julien" userId="21cd25a9-5621-41d6-9bf5-79ece09f8b69" providerId="ADAL" clId="{584165F8-D849-4BC6-A6BB-31372731BEBE}" dt="2025-11-20T23:16:59.505" v="426" actId="26606"/>
          <ac:spMkLst>
            <pc:docMk/>
            <pc:sldMk cId="2573434017" sldId="262"/>
            <ac:spMk id="4" creationId="{0C7D85E3-A853-3F64-BE50-AB228AE8312D}"/>
          </ac:spMkLst>
        </pc:spChg>
        <pc:spChg chg="add del mod">
          <ac:chgData name="Luc de Marillac St Julien" userId="21cd25a9-5621-41d6-9bf5-79ece09f8b69" providerId="ADAL" clId="{584165F8-D849-4BC6-A6BB-31372731BEBE}" dt="2025-11-20T23:13:43.148" v="415" actId="478"/>
          <ac:spMkLst>
            <pc:docMk/>
            <pc:sldMk cId="2573434017" sldId="262"/>
            <ac:spMk id="8" creationId="{AACE555D-6EE5-9522-D05C-2803744FCA49}"/>
          </ac:spMkLst>
        </pc:spChg>
        <pc:spChg chg="add del">
          <ac:chgData name="Luc de Marillac St Julien" userId="21cd25a9-5621-41d6-9bf5-79ece09f8b69" providerId="ADAL" clId="{584165F8-D849-4BC6-A6BB-31372731BEBE}" dt="2025-11-20T23:13:43.547" v="416" actId="26606"/>
          <ac:spMkLst>
            <pc:docMk/>
            <pc:sldMk cId="2573434017" sldId="262"/>
            <ac:spMk id="13" creationId="{19F9BF86-FE94-4517-B97D-026C7515E589}"/>
          </ac:spMkLst>
        </pc:spChg>
        <pc:spChg chg="add del">
          <ac:chgData name="Luc de Marillac St Julien" userId="21cd25a9-5621-41d6-9bf5-79ece09f8b69" providerId="ADAL" clId="{584165F8-D849-4BC6-A6BB-31372731BEBE}" dt="2025-11-20T23:16:59.505" v="426" actId="26606"/>
          <ac:spMkLst>
            <pc:docMk/>
            <pc:sldMk cId="2573434017" sldId="262"/>
            <ac:spMk id="17" creationId="{CFD1D2CD-954D-4C4D-B505-05EAD159B230}"/>
          </ac:spMkLst>
        </pc:spChg>
        <pc:spChg chg="add del">
          <ac:chgData name="Luc de Marillac St Julien" userId="21cd25a9-5621-41d6-9bf5-79ece09f8b69" providerId="ADAL" clId="{584165F8-D849-4BC6-A6BB-31372731BEBE}" dt="2025-11-20T23:16:59.498" v="425" actId="26606"/>
          <ac:spMkLst>
            <pc:docMk/>
            <pc:sldMk cId="2573434017" sldId="262"/>
            <ac:spMk id="26" creationId="{19F9BF86-FE94-4517-B97D-026C7515E589}"/>
          </ac:spMkLst>
        </pc:spChg>
        <pc:spChg chg="add">
          <ac:chgData name="Luc de Marillac St Julien" userId="21cd25a9-5621-41d6-9bf5-79ece09f8b69" providerId="ADAL" clId="{584165F8-D849-4BC6-A6BB-31372731BEBE}" dt="2025-11-20T23:16:59.505" v="426" actId="26606"/>
          <ac:spMkLst>
            <pc:docMk/>
            <pc:sldMk cId="2573434017" sldId="262"/>
            <ac:spMk id="31" creationId="{19F9BF86-FE94-4517-B97D-026C7515E589}"/>
          </ac:spMkLst>
        </pc:spChg>
        <pc:picChg chg="add del mod ord">
          <ac:chgData name="Luc de Marillac St Julien" userId="21cd25a9-5621-41d6-9bf5-79ece09f8b69" providerId="ADAL" clId="{584165F8-D849-4BC6-A6BB-31372731BEBE}" dt="2025-11-20T23:13:43.990" v="417" actId="22"/>
          <ac:picMkLst>
            <pc:docMk/>
            <pc:sldMk cId="2573434017" sldId="262"/>
            <ac:picMk id="6" creationId="{638272D8-F604-EEE4-39E6-2BC9A474EFEA}"/>
          </ac:picMkLst>
        </pc:picChg>
        <pc:picChg chg="add mod ord">
          <ac:chgData name="Luc de Marillac St Julien" userId="21cd25a9-5621-41d6-9bf5-79ece09f8b69" providerId="ADAL" clId="{584165F8-D849-4BC6-A6BB-31372731BEBE}" dt="2025-11-20T23:16:59.505" v="426" actId="26606"/>
          <ac:picMkLst>
            <pc:docMk/>
            <pc:sldMk cId="2573434017" sldId="262"/>
            <ac:picMk id="10" creationId="{C0FB1087-16E1-C54F-003B-06BA7AAD9D61}"/>
          </ac:picMkLst>
        </pc:picChg>
        <pc:cxnChg chg="add del">
          <ac:chgData name="Luc de Marillac St Julien" userId="21cd25a9-5621-41d6-9bf5-79ece09f8b69" providerId="ADAL" clId="{584165F8-D849-4BC6-A6BB-31372731BEBE}" dt="2025-11-20T23:13:43.547" v="416" actId="26606"/>
          <ac:cxnSpMkLst>
            <pc:docMk/>
            <pc:sldMk cId="2573434017" sldId="262"/>
            <ac:cxnSpMk id="11" creationId="{118E06E4-607B-144B-382B-AD3D06B1EE8C}"/>
          </ac:cxnSpMkLst>
        </pc:cxnChg>
        <pc:cxnChg chg="add del">
          <ac:chgData name="Luc de Marillac St Julien" userId="21cd25a9-5621-41d6-9bf5-79ece09f8b69" providerId="ADAL" clId="{584165F8-D849-4BC6-A6BB-31372731BEBE}" dt="2025-11-20T23:16:59.505" v="426" actId="26606"/>
          <ac:cxnSpMkLst>
            <pc:docMk/>
            <pc:sldMk cId="2573434017" sldId="262"/>
            <ac:cxnSpMk id="12" creationId="{118E06E4-607B-144B-382B-AD3D06B1EE8C}"/>
          </ac:cxnSpMkLst>
        </pc:cxnChg>
        <pc:cxnChg chg="add del">
          <ac:chgData name="Luc de Marillac St Julien" userId="21cd25a9-5621-41d6-9bf5-79ece09f8b69" providerId="ADAL" clId="{584165F8-D849-4BC6-A6BB-31372731BEBE}" dt="2025-11-20T23:13:43.547" v="416" actId="26606"/>
          <ac:cxnSpMkLst>
            <pc:docMk/>
            <pc:sldMk cId="2573434017" sldId="262"/>
            <ac:cxnSpMk id="15" creationId="{87534CB3-4CA5-DDD2-D519-C4A714A689D2}"/>
          </ac:cxnSpMkLst>
        </pc:cxnChg>
        <pc:cxnChg chg="add del">
          <ac:chgData name="Luc de Marillac St Julien" userId="21cd25a9-5621-41d6-9bf5-79ece09f8b69" providerId="ADAL" clId="{584165F8-D849-4BC6-A6BB-31372731BEBE}" dt="2025-11-20T23:16:59.505" v="426" actId="26606"/>
          <ac:cxnSpMkLst>
            <pc:docMk/>
            <pc:sldMk cId="2573434017" sldId="262"/>
            <ac:cxnSpMk id="19" creationId="{A2D508B3-A66C-833E-D929-8DC211635676}"/>
          </ac:cxnSpMkLst>
        </pc:cxnChg>
        <pc:cxnChg chg="add del">
          <ac:chgData name="Luc de Marillac St Julien" userId="21cd25a9-5621-41d6-9bf5-79ece09f8b69" providerId="ADAL" clId="{584165F8-D849-4BC6-A6BB-31372731BEBE}" dt="2025-11-20T23:16:59.498" v="425" actId="26606"/>
          <ac:cxnSpMkLst>
            <pc:docMk/>
            <pc:sldMk cId="2573434017" sldId="262"/>
            <ac:cxnSpMk id="24" creationId="{118E06E4-607B-144B-382B-AD3D06B1EE8C}"/>
          </ac:cxnSpMkLst>
        </pc:cxnChg>
        <pc:cxnChg chg="add del">
          <ac:chgData name="Luc de Marillac St Julien" userId="21cd25a9-5621-41d6-9bf5-79ece09f8b69" providerId="ADAL" clId="{584165F8-D849-4BC6-A6BB-31372731BEBE}" dt="2025-11-20T23:16:59.498" v="425" actId="26606"/>
          <ac:cxnSpMkLst>
            <pc:docMk/>
            <pc:sldMk cId="2573434017" sldId="262"/>
            <ac:cxnSpMk id="28" creationId="{750527CE-FCD0-40C8-B37A-39331C2A4FDF}"/>
          </ac:cxnSpMkLst>
        </pc:cxnChg>
        <pc:cxnChg chg="add">
          <ac:chgData name="Luc de Marillac St Julien" userId="21cd25a9-5621-41d6-9bf5-79ece09f8b69" providerId="ADAL" clId="{584165F8-D849-4BC6-A6BB-31372731BEBE}" dt="2025-11-20T23:16:59.505" v="426" actId="26606"/>
          <ac:cxnSpMkLst>
            <pc:docMk/>
            <pc:sldMk cId="2573434017" sldId="262"/>
            <ac:cxnSpMk id="30" creationId="{118E06E4-607B-144B-382B-AD3D06B1EE8C}"/>
          </ac:cxnSpMkLst>
        </pc:cxnChg>
        <pc:cxnChg chg="add">
          <ac:chgData name="Luc de Marillac St Julien" userId="21cd25a9-5621-41d6-9bf5-79ece09f8b69" providerId="ADAL" clId="{584165F8-D849-4BC6-A6BB-31372731BEBE}" dt="2025-11-20T23:16:59.505" v="426" actId="26606"/>
          <ac:cxnSpMkLst>
            <pc:docMk/>
            <pc:sldMk cId="2573434017" sldId="262"/>
            <ac:cxnSpMk id="32" creationId="{7CC73A33-65FF-41A9-A3B0-006753CD1028}"/>
          </ac:cxnSpMkLst>
        </pc:cxnChg>
      </pc:sldChg>
      <pc:sldChg chg="addSp delSp modSp new mod setBg">
        <pc:chgData name="Luc de Marillac St Julien" userId="21cd25a9-5621-41d6-9bf5-79ece09f8b69" providerId="ADAL" clId="{584165F8-D849-4BC6-A6BB-31372731BEBE}" dt="2025-11-20T23:20:06.742" v="644" actId="22"/>
        <pc:sldMkLst>
          <pc:docMk/>
          <pc:sldMk cId="1250645546" sldId="263"/>
        </pc:sldMkLst>
        <pc:spChg chg="mod">
          <ac:chgData name="Luc de Marillac St Julien" userId="21cd25a9-5621-41d6-9bf5-79ece09f8b69" providerId="ADAL" clId="{584165F8-D849-4BC6-A6BB-31372731BEBE}" dt="2025-11-20T23:19:59.999" v="640" actId="26606"/>
          <ac:spMkLst>
            <pc:docMk/>
            <pc:sldMk cId="1250645546" sldId="263"/>
            <ac:spMk id="2" creationId="{4DE3C165-BDAF-E099-54FA-37CF5340A682}"/>
          </ac:spMkLst>
        </pc:spChg>
        <pc:spChg chg="add del">
          <ac:chgData name="Luc de Marillac St Julien" userId="21cd25a9-5621-41d6-9bf5-79ece09f8b69" providerId="ADAL" clId="{584165F8-D849-4BC6-A6BB-31372731BEBE}" dt="2025-11-20T23:20:06.742" v="644" actId="22"/>
          <ac:spMkLst>
            <pc:docMk/>
            <pc:sldMk cId="1250645546" sldId="263"/>
            <ac:spMk id="3" creationId="{EBF1C355-ADBE-253E-4DC0-C44836960EBA}"/>
          </ac:spMkLst>
        </pc:spChg>
        <pc:spChg chg="mod">
          <ac:chgData name="Luc de Marillac St Julien" userId="21cd25a9-5621-41d6-9bf5-79ece09f8b69" providerId="ADAL" clId="{584165F8-D849-4BC6-A6BB-31372731BEBE}" dt="2025-11-20T23:19:59.999" v="640" actId="26606"/>
          <ac:spMkLst>
            <pc:docMk/>
            <pc:sldMk cId="1250645546" sldId="263"/>
            <ac:spMk id="4" creationId="{E3205A14-2E31-9251-4AA1-CE3E28825B85}"/>
          </ac:spMkLst>
        </pc:spChg>
        <pc:spChg chg="add del">
          <ac:chgData name="Luc de Marillac St Julien" userId="21cd25a9-5621-41d6-9bf5-79ece09f8b69" providerId="ADAL" clId="{584165F8-D849-4BC6-A6BB-31372731BEBE}" dt="2025-11-20T23:19:58.091" v="638" actId="26606"/>
          <ac:spMkLst>
            <pc:docMk/>
            <pc:sldMk cId="1250645546" sldId="263"/>
            <ac:spMk id="13" creationId="{744CAA32-F237-419C-A2DD-43C28D920D3C}"/>
          </ac:spMkLst>
        </pc:spChg>
        <pc:spChg chg="add del">
          <ac:chgData name="Luc de Marillac St Julien" userId="21cd25a9-5621-41d6-9bf5-79ece09f8b69" providerId="ADAL" clId="{584165F8-D849-4BC6-A6BB-31372731BEBE}" dt="2025-11-20T23:19:59.999" v="640" actId="26606"/>
          <ac:spMkLst>
            <pc:docMk/>
            <pc:sldMk cId="1250645546" sldId="263"/>
            <ac:spMk id="18" creationId="{744CAA32-F237-419C-A2DD-43C28D920D3C}"/>
          </ac:spMkLst>
        </pc:spChg>
        <pc:picChg chg="add del mod ord">
          <ac:chgData name="Luc de Marillac St Julien" userId="21cd25a9-5621-41d6-9bf5-79ece09f8b69" providerId="ADAL" clId="{584165F8-D849-4BC6-A6BB-31372731BEBE}" dt="2025-11-20T23:20:06.742" v="644" actId="22"/>
          <ac:picMkLst>
            <pc:docMk/>
            <pc:sldMk cId="1250645546" sldId="263"/>
            <ac:picMk id="6" creationId="{2CC7C280-4A7A-EB63-8FCA-95CD53320961}"/>
          </ac:picMkLst>
        </pc:picChg>
        <pc:cxnChg chg="add del">
          <ac:chgData name="Luc de Marillac St Julien" userId="21cd25a9-5621-41d6-9bf5-79ece09f8b69" providerId="ADAL" clId="{584165F8-D849-4BC6-A6BB-31372731BEBE}" dt="2025-11-20T23:19:58.091" v="638" actId="26606"/>
          <ac:cxnSpMkLst>
            <pc:docMk/>
            <pc:sldMk cId="1250645546" sldId="263"/>
            <ac:cxnSpMk id="11" creationId="{118E06E4-607B-144B-382B-AD3D06B1EE8C}"/>
          </ac:cxnSpMkLst>
        </pc:cxnChg>
        <pc:cxnChg chg="add del">
          <ac:chgData name="Luc de Marillac St Julien" userId="21cd25a9-5621-41d6-9bf5-79ece09f8b69" providerId="ADAL" clId="{584165F8-D849-4BC6-A6BB-31372731BEBE}" dt="2025-11-20T23:19:58.091" v="638" actId="26606"/>
          <ac:cxnSpMkLst>
            <pc:docMk/>
            <pc:sldMk cId="1250645546" sldId="263"/>
            <ac:cxnSpMk id="15" creationId="{92025DBA-8780-9CA0-2826-FF6E3BD1A0C9}"/>
          </ac:cxnSpMkLst>
        </pc:cxnChg>
        <pc:cxnChg chg="add del">
          <ac:chgData name="Luc de Marillac St Julien" userId="21cd25a9-5621-41d6-9bf5-79ece09f8b69" providerId="ADAL" clId="{584165F8-D849-4BC6-A6BB-31372731BEBE}" dt="2025-11-20T23:19:59.999" v="640" actId="26606"/>
          <ac:cxnSpMkLst>
            <pc:docMk/>
            <pc:sldMk cId="1250645546" sldId="263"/>
            <ac:cxnSpMk id="17" creationId="{118E06E4-607B-144B-382B-AD3D06B1EE8C}"/>
          </ac:cxnSpMkLst>
        </pc:cxnChg>
        <pc:cxnChg chg="add del">
          <ac:chgData name="Luc de Marillac St Julien" userId="21cd25a9-5621-41d6-9bf5-79ece09f8b69" providerId="ADAL" clId="{584165F8-D849-4BC6-A6BB-31372731BEBE}" dt="2025-11-20T23:19:59.999" v="640" actId="26606"/>
          <ac:cxnSpMkLst>
            <pc:docMk/>
            <pc:sldMk cId="1250645546" sldId="263"/>
            <ac:cxnSpMk id="19" creationId="{753FE100-D0AB-4AE2-824B-60CFA31EC6A2}"/>
          </ac:cxnSpMkLst>
        </pc:cxnChg>
      </pc:sldChg>
      <pc:sldChg chg="addSp delSp modSp new mod">
        <pc:chgData name="Luc de Marillac St Julien" userId="21cd25a9-5621-41d6-9bf5-79ece09f8b69" providerId="ADAL" clId="{584165F8-D849-4BC6-A6BB-31372731BEBE}" dt="2025-11-20T23:28:09.851" v="854" actId="22"/>
        <pc:sldMkLst>
          <pc:docMk/>
          <pc:sldMk cId="2880604638" sldId="264"/>
        </pc:sldMkLst>
        <pc:spChg chg="mod">
          <ac:chgData name="Luc de Marillac St Julien" userId="21cd25a9-5621-41d6-9bf5-79ece09f8b69" providerId="ADAL" clId="{584165F8-D849-4BC6-A6BB-31372731BEBE}" dt="2025-11-20T23:22:03.517" v="672" actId="20577"/>
          <ac:spMkLst>
            <pc:docMk/>
            <pc:sldMk cId="2880604638" sldId="264"/>
            <ac:spMk id="2" creationId="{B13949AE-6364-CB33-4CA1-FD9057E376FA}"/>
          </ac:spMkLst>
        </pc:spChg>
        <pc:spChg chg="del">
          <ac:chgData name="Luc de Marillac St Julien" userId="21cd25a9-5621-41d6-9bf5-79ece09f8b69" providerId="ADAL" clId="{584165F8-D849-4BC6-A6BB-31372731BEBE}" dt="2025-11-20T23:28:09.851" v="854" actId="22"/>
          <ac:spMkLst>
            <pc:docMk/>
            <pc:sldMk cId="2880604638" sldId="264"/>
            <ac:spMk id="3" creationId="{EA90AF63-0532-6988-2807-FEAC96676E0E}"/>
          </ac:spMkLst>
        </pc:spChg>
        <pc:spChg chg="mod">
          <ac:chgData name="Luc de Marillac St Julien" userId="21cd25a9-5621-41d6-9bf5-79ece09f8b69" providerId="ADAL" clId="{584165F8-D849-4BC6-A6BB-31372731BEBE}" dt="2025-11-20T23:25:14.866" v="853" actId="20577"/>
          <ac:spMkLst>
            <pc:docMk/>
            <pc:sldMk cId="2880604638" sldId="264"/>
            <ac:spMk id="4" creationId="{F4CC42D8-A1AC-A948-202C-FE41BA2F3563}"/>
          </ac:spMkLst>
        </pc:spChg>
        <pc:picChg chg="add mod ord">
          <ac:chgData name="Luc de Marillac St Julien" userId="21cd25a9-5621-41d6-9bf5-79ece09f8b69" providerId="ADAL" clId="{584165F8-D849-4BC6-A6BB-31372731BEBE}" dt="2025-11-20T23:28:09.851" v="854" actId="22"/>
          <ac:picMkLst>
            <pc:docMk/>
            <pc:sldMk cId="2880604638" sldId="264"/>
            <ac:picMk id="6" creationId="{35CFD934-736C-7DA4-B0F9-1E89AB61A2A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B6F2D4-DDEC-4D31-AA62-C264180BE06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F299364-66EC-47F3-BAEE-6FAFBBB9D68C}">
      <dgm:prSet/>
      <dgm:spPr/>
      <dgm:t>
        <a:bodyPr/>
        <a:lstStyle/>
        <a:p>
          <a:r>
            <a:rPr lang="en-GB"/>
            <a:t>.NET 8 – ASP.NET Core MVC</a:t>
          </a:r>
          <a:endParaRPr lang="en-US"/>
        </a:p>
      </dgm:t>
    </dgm:pt>
    <dgm:pt modelId="{6E4671B5-0FD2-4E88-9AA2-3F10E95CC711}" type="parTrans" cxnId="{6754B208-9B22-47EF-BE08-A49C60770B2A}">
      <dgm:prSet/>
      <dgm:spPr/>
      <dgm:t>
        <a:bodyPr/>
        <a:lstStyle/>
        <a:p>
          <a:endParaRPr lang="en-US"/>
        </a:p>
      </dgm:t>
    </dgm:pt>
    <dgm:pt modelId="{A04E6935-3FC6-4B38-A37B-9BE1FC460C84}" type="sibTrans" cxnId="{6754B208-9B22-47EF-BE08-A49C60770B2A}">
      <dgm:prSet/>
      <dgm:spPr/>
      <dgm:t>
        <a:bodyPr/>
        <a:lstStyle/>
        <a:p>
          <a:endParaRPr lang="en-US"/>
        </a:p>
      </dgm:t>
    </dgm:pt>
    <dgm:pt modelId="{98A72531-C72E-4C44-AAED-349F4B01FC95}">
      <dgm:prSet/>
      <dgm:spPr/>
      <dgm:t>
        <a:bodyPr/>
        <a:lstStyle/>
        <a:p>
          <a:r>
            <a:rPr lang="en-GB"/>
            <a:t>Entity Framework Core (SQL Server)</a:t>
          </a:r>
          <a:endParaRPr lang="en-US"/>
        </a:p>
      </dgm:t>
    </dgm:pt>
    <dgm:pt modelId="{874E995B-BFE8-4BB4-959D-AB97839BA83A}" type="parTrans" cxnId="{4D013C66-DADD-4442-9E62-85DD39C90021}">
      <dgm:prSet/>
      <dgm:spPr/>
      <dgm:t>
        <a:bodyPr/>
        <a:lstStyle/>
        <a:p>
          <a:endParaRPr lang="en-US"/>
        </a:p>
      </dgm:t>
    </dgm:pt>
    <dgm:pt modelId="{0A509C08-1763-45B2-B57C-ABC890EB62B6}" type="sibTrans" cxnId="{4D013C66-DADD-4442-9E62-85DD39C90021}">
      <dgm:prSet/>
      <dgm:spPr/>
      <dgm:t>
        <a:bodyPr/>
        <a:lstStyle/>
        <a:p>
          <a:endParaRPr lang="en-US"/>
        </a:p>
      </dgm:t>
    </dgm:pt>
    <dgm:pt modelId="{4BE2DA08-B1BE-49C0-81D5-E5C461702227}">
      <dgm:prSet/>
      <dgm:spPr/>
      <dgm:t>
        <a:bodyPr/>
        <a:lstStyle/>
        <a:p>
          <a:r>
            <a:rPr lang="en-GB"/>
            <a:t>ASP.NET Core Identity (Authentication and Roles)</a:t>
          </a:r>
          <a:endParaRPr lang="en-US"/>
        </a:p>
      </dgm:t>
    </dgm:pt>
    <dgm:pt modelId="{5178A300-4DDD-443E-83EF-3B7FE2DACC3B}" type="parTrans" cxnId="{69C0C0D4-0198-4819-B65B-0676654E6239}">
      <dgm:prSet/>
      <dgm:spPr/>
      <dgm:t>
        <a:bodyPr/>
        <a:lstStyle/>
        <a:p>
          <a:endParaRPr lang="en-US"/>
        </a:p>
      </dgm:t>
    </dgm:pt>
    <dgm:pt modelId="{DF1861ED-9EA3-4CE0-8054-3DD0432A4C92}" type="sibTrans" cxnId="{69C0C0D4-0198-4819-B65B-0676654E6239}">
      <dgm:prSet/>
      <dgm:spPr/>
      <dgm:t>
        <a:bodyPr/>
        <a:lstStyle/>
        <a:p>
          <a:endParaRPr lang="en-US"/>
        </a:p>
      </dgm:t>
    </dgm:pt>
    <dgm:pt modelId="{203AABA7-B9AA-4058-8130-617BD236AC52}">
      <dgm:prSet/>
      <dgm:spPr/>
      <dgm:t>
        <a:bodyPr/>
        <a:lstStyle/>
        <a:p>
          <a:r>
            <a:rPr lang="en-GB"/>
            <a:t>Razor Views</a:t>
          </a:r>
          <a:endParaRPr lang="en-US"/>
        </a:p>
      </dgm:t>
    </dgm:pt>
    <dgm:pt modelId="{26B5C413-6E83-4273-A280-7017E9453D80}" type="parTrans" cxnId="{826720A7-7173-4313-8C51-E0CDA5DE0846}">
      <dgm:prSet/>
      <dgm:spPr/>
      <dgm:t>
        <a:bodyPr/>
        <a:lstStyle/>
        <a:p>
          <a:endParaRPr lang="en-US"/>
        </a:p>
      </dgm:t>
    </dgm:pt>
    <dgm:pt modelId="{2E86FEC5-9A71-421B-96C3-F9B3893F49B5}" type="sibTrans" cxnId="{826720A7-7173-4313-8C51-E0CDA5DE0846}">
      <dgm:prSet/>
      <dgm:spPr/>
      <dgm:t>
        <a:bodyPr/>
        <a:lstStyle/>
        <a:p>
          <a:endParaRPr lang="en-US"/>
        </a:p>
      </dgm:t>
    </dgm:pt>
    <dgm:pt modelId="{0459BF37-55A0-44BB-B11B-C1DF0BEE058F}">
      <dgm:prSet/>
      <dgm:spPr/>
      <dgm:t>
        <a:bodyPr/>
        <a:lstStyle/>
        <a:p>
          <a:r>
            <a:rPr lang="en-GB"/>
            <a:t>JavaScript automation</a:t>
          </a:r>
          <a:endParaRPr lang="en-US"/>
        </a:p>
      </dgm:t>
    </dgm:pt>
    <dgm:pt modelId="{A215BD6D-94C1-49A2-94C8-D538108E207C}" type="parTrans" cxnId="{F3A770B9-63E4-4541-B9EC-E65304AC41EB}">
      <dgm:prSet/>
      <dgm:spPr/>
      <dgm:t>
        <a:bodyPr/>
        <a:lstStyle/>
        <a:p>
          <a:endParaRPr lang="en-US"/>
        </a:p>
      </dgm:t>
    </dgm:pt>
    <dgm:pt modelId="{4F69C1D0-217C-438A-9B1C-689D54D0414A}" type="sibTrans" cxnId="{F3A770B9-63E4-4541-B9EC-E65304AC41EB}">
      <dgm:prSet/>
      <dgm:spPr/>
      <dgm:t>
        <a:bodyPr/>
        <a:lstStyle/>
        <a:p>
          <a:endParaRPr lang="en-US"/>
        </a:p>
      </dgm:t>
    </dgm:pt>
    <dgm:pt modelId="{05C0811E-B075-42BD-86D2-D6C7B5372F38}">
      <dgm:prSet/>
      <dgm:spPr/>
      <dgm:t>
        <a:bodyPr/>
        <a:lstStyle/>
        <a:p>
          <a:r>
            <a:rPr lang="en-GB"/>
            <a:t>Claim auto-calculation</a:t>
          </a:r>
          <a:endParaRPr lang="en-US"/>
        </a:p>
      </dgm:t>
    </dgm:pt>
    <dgm:pt modelId="{4936DBA6-D932-4D7E-85BA-3ECF1B776EB3}" type="parTrans" cxnId="{7984A35F-85D3-4872-8A03-CBBA67224D05}">
      <dgm:prSet/>
      <dgm:spPr/>
      <dgm:t>
        <a:bodyPr/>
        <a:lstStyle/>
        <a:p>
          <a:endParaRPr lang="en-US"/>
        </a:p>
      </dgm:t>
    </dgm:pt>
    <dgm:pt modelId="{3926E787-656D-4F23-B5B0-4B616E04DE2B}" type="sibTrans" cxnId="{7984A35F-85D3-4872-8A03-CBBA67224D05}">
      <dgm:prSet/>
      <dgm:spPr/>
      <dgm:t>
        <a:bodyPr/>
        <a:lstStyle/>
        <a:p>
          <a:endParaRPr lang="en-US"/>
        </a:p>
      </dgm:t>
    </dgm:pt>
    <dgm:pt modelId="{66F4AA0E-6347-4C93-A074-A9CE1418679B}">
      <dgm:prSet/>
      <dgm:spPr/>
      <dgm:t>
        <a:bodyPr/>
        <a:lstStyle/>
        <a:p>
          <a:r>
            <a:rPr lang="en-GB"/>
            <a:t>File validation</a:t>
          </a:r>
          <a:endParaRPr lang="en-US"/>
        </a:p>
      </dgm:t>
    </dgm:pt>
    <dgm:pt modelId="{1E3C624A-D797-4B89-9D5A-709B708DFBCF}" type="parTrans" cxnId="{1578E894-15AD-4A3D-A06F-A6416B26ECA7}">
      <dgm:prSet/>
      <dgm:spPr/>
      <dgm:t>
        <a:bodyPr/>
        <a:lstStyle/>
        <a:p>
          <a:endParaRPr lang="en-US"/>
        </a:p>
      </dgm:t>
    </dgm:pt>
    <dgm:pt modelId="{698205BA-35CE-4669-8928-C00196E81125}" type="sibTrans" cxnId="{1578E894-15AD-4A3D-A06F-A6416B26ECA7}">
      <dgm:prSet/>
      <dgm:spPr/>
      <dgm:t>
        <a:bodyPr/>
        <a:lstStyle/>
        <a:p>
          <a:endParaRPr lang="en-US"/>
        </a:p>
      </dgm:t>
    </dgm:pt>
    <dgm:pt modelId="{9719EA33-8474-4527-8A9C-52D6DAF24C0D}">
      <dgm:prSet/>
      <dgm:spPr/>
      <dgm:t>
        <a:bodyPr/>
        <a:lstStyle/>
        <a:p>
          <a:r>
            <a:rPr lang="en-GB"/>
            <a:t>AES-encryption document storage and secure ZIP export</a:t>
          </a:r>
          <a:endParaRPr lang="en-US"/>
        </a:p>
      </dgm:t>
    </dgm:pt>
    <dgm:pt modelId="{905C4E34-454F-42BB-823F-A61FE21774FC}" type="parTrans" cxnId="{CF6015FD-2974-4350-8836-D9B9674070EE}">
      <dgm:prSet/>
      <dgm:spPr/>
      <dgm:t>
        <a:bodyPr/>
        <a:lstStyle/>
        <a:p>
          <a:endParaRPr lang="en-US"/>
        </a:p>
      </dgm:t>
    </dgm:pt>
    <dgm:pt modelId="{88C4A519-D258-499C-A1D6-A97E78F6ACA6}" type="sibTrans" cxnId="{CF6015FD-2974-4350-8836-D9B9674070EE}">
      <dgm:prSet/>
      <dgm:spPr/>
      <dgm:t>
        <a:bodyPr/>
        <a:lstStyle/>
        <a:p>
          <a:endParaRPr lang="en-US"/>
        </a:p>
      </dgm:t>
    </dgm:pt>
    <dgm:pt modelId="{8B2C361E-541B-4175-9870-452B38DB0BF2}">
      <dgm:prSet/>
      <dgm:spPr/>
      <dgm:t>
        <a:bodyPr/>
        <a:lstStyle/>
        <a:p>
          <a:r>
            <a:rPr lang="en-GB"/>
            <a:t>MSTest unit test project</a:t>
          </a:r>
          <a:endParaRPr lang="en-US"/>
        </a:p>
      </dgm:t>
    </dgm:pt>
    <dgm:pt modelId="{3FDB048F-90A3-47BB-85E7-0AF1723BDC92}" type="parTrans" cxnId="{0143DC19-83C3-475F-8F18-A88D0FB7A317}">
      <dgm:prSet/>
      <dgm:spPr/>
      <dgm:t>
        <a:bodyPr/>
        <a:lstStyle/>
        <a:p>
          <a:endParaRPr lang="en-US"/>
        </a:p>
      </dgm:t>
    </dgm:pt>
    <dgm:pt modelId="{ACE59BC6-684E-4B66-95BF-D15C63D399FA}" type="sibTrans" cxnId="{0143DC19-83C3-475F-8F18-A88D0FB7A317}">
      <dgm:prSet/>
      <dgm:spPr/>
      <dgm:t>
        <a:bodyPr/>
        <a:lstStyle/>
        <a:p>
          <a:endParaRPr lang="en-US"/>
        </a:p>
      </dgm:t>
    </dgm:pt>
    <dgm:pt modelId="{1FBDA3E8-1184-4CC0-8178-11C37D87F3DF}" type="pres">
      <dgm:prSet presAssocID="{46B6F2D4-DDEC-4D31-AA62-C264180BE062}" presName="linear" presStyleCnt="0">
        <dgm:presLayoutVars>
          <dgm:dir/>
          <dgm:animLvl val="lvl"/>
          <dgm:resizeHandles val="exact"/>
        </dgm:presLayoutVars>
      </dgm:prSet>
      <dgm:spPr/>
    </dgm:pt>
    <dgm:pt modelId="{A57EACC2-43D1-4CD9-8F68-DAA6B583E8DF}" type="pres">
      <dgm:prSet presAssocID="{9F299364-66EC-47F3-BAEE-6FAFBBB9D68C}" presName="parentLin" presStyleCnt="0"/>
      <dgm:spPr/>
    </dgm:pt>
    <dgm:pt modelId="{0F68C7D3-3B97-4160-8DC7-D0BAF3746AD7}" type="pres">
      <dgm:prSet presAssocID="{9F299364-66EC-47F3-BAEE-6FAFBBB9D68C}" presName="parentLeftMargin" presStyleLbl="node1" presStyleIdx="0" presStyleCnt="7"/>
      <dgm:spPr/>
    </dgm:pt>
    <dgm:pt modelId="{5BF1A2D4-BA00-4A19-971E-ECCB990130A1}" type="pres">
      <dgm:prSet presAssocID="{9F299364-66EC-47F3-BAEE-6FAFBBB9D68C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D63ACE4D-2390-42A1-A0B8-B7C94196BE11}" type="pres">
      <dgm:prSet presAssocID="{9F299364-66EC-47F3-BAEE-6FAFBBB9D68C}" presName="negativeSpace" presStyleCnt="0"/>
      <dgm:spPr/>
    </dgm:pt>
    <dgm:pt modelId="{DCA41E00-5730-4E79-B51E-83EB581A6EF4}" type="pres">
      <dgm:prSet presAssocID="{9F299364-66EC-47F3-BAEE-6FAFBBB9D68C}" presName="childText" presStyleLbl="conFgAcc1" presStyleIdx="0" presStyleCnt="7">
        <dgm:presLayoutVars>
          <dgm:bulletEnabled val="1"/>
        </dgm:presLayoutVars>
      </dgm:prSet>
      <dgm:spPr/>
    </dgm:pt>
    <dgm:pt modelId="{728827CD-764E-4904-BC01-747D8BC88A74}" type="pres">
      <dgm:prSet presAssocID="{A04E6935-3FC6-4B38-A37B-9BE1FC460C84}" presName="spaceBetweenRectangles" presStyleCnt="0"/>
      <dgm:spPr/>
    </dgm:pt>
    <dgm:pt modelId="{51DC34C5-ACF5-4A2B-A0C3-987D28998E9B}" type="pres">
      <dgm:prSet presAssocID="{98A72531-C72E-4C44-AAED-349F4B01FC95}" presName="parentLin" presStyleCnt="0"/>
      <dgm:spPr/>
    </dgm:pt>
    <dgm:pt modelId="{D3EB538C-B8B0-411A-B19D-D2C828ACD310}" type="pres">
      <dgm:prSet presAssocID="{98A72531-C72E-4C44-AAED-349F4B01FC95}" presName="parentLeftMargin" presStyleLbl="node1" presStyleIdx="0" presStyleCnt="7"/>
      <dgm:spPr/>
    </dgm:pt>
    <dgm:pt modelId="{A15D70F4-8AF8-479C-A44D-C0C4673DED39}" type="pres">
      <dgm:prSet presAssocID="{98A72531-C72E-4C44-AAED-349F4B01FC95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B2BC1136-B4EC-4386-A952-A5B33CC6A572}" type="pres">
      <dgm:prSet presAssocID="{98A72531-C72E-4C44-AAED-349F4B01FC95}" presName="negativeSpace" presStyleCnt="0"/>
      <dgm:spPr/>
    </dgm:pt>
    <dgm:pt modelId="{0C572818-0DFB-47C2-BDA4-F49D6237340E}" type="pres">
      <dgm:prSet presAssocID="{98A72531-C72E-4C44-AAED-349F4B01FC95}" presName="childText" presStyleLbl="conFgAcc1" presStyleIdx="1" presStyleCnt="7">
        <dgm:presLayoutVars>
          <dgm:bulletEnabled val="1"/>
        </dgm:presLayoutVars>
      </dgm:prSet>
      <dgm:spPr/>
    </dgm:pt>
    <dgm:pt modelId="{9FA0BA50-673E-456E-9F20-C689FE21046A}" type="pres">
      <dgm:prSet presAssocID="{0A509C08-1763-45B2-B57C-ABC890EB62B6}" presName="spaceBetweenRectangles" presStyleCnt="0"/>
      <dgm:spPr/>
    </dgm:pt>
    <dgm:pt modelId="{0D4188C7-3B83-4792-A36F-AFE939AD7EC7}" type="pres">
      <dgm:prSet presAssocID="{4BE2DA08-B1BE-49C0-81D5-E5C461702227}" presName="parentLin" presStyleCnt="0"/>
      <dgm:spPr/>
    </dgm:pt>
    <dgm:pt modelId="{CD22852A-6ECE-440F-B022-6C9668D6567E}" type="pres">
      <dgm:prSet presAssocID="{4BE2DA08-B1BE-49C0-81D5-E5C461702227}" presName="parentLeftMargin" presStyleLbl="node1" presStyleIdx="1" presStyleCnt="7"/>
      <dgm:spPr/>
    </dgm:pt>
    <dgm:pt modelId="{7DABE092-1D84-4C97-B26D-56E43EEDEB9B}" type="pres">
      <dgm:prSet presAssocID="{4BE2DA08-B1BE-49C0-81D5-E5C461702227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32023FC-1E81-4183-9071-B3666FA51F3F}" type="pres">
      <dgm:prSet presAssocID="{4BE2DA08-B1BE-49C0-81D5-E5C461702227}" presName="negativeSpace" presStyleCnt="0"/>
      <dgm:spPr/>
    </dgm:pt>
    <dgm:pt modelId="{C0DB7267-F399-4F11-B883-C7E76164D828}" type="pres">
      <dgm:prSet presAssocID="{4BE2DA08-B1BE-49C0-81D5-E5C461702227}" presName="childText" presStyleLbl="conFgAcc1" presStyleIdx="2" presStyleCnt="7">
        <dgm:presLayoutVars>
          <dgm:bulletEnabled val="1"/>
        </dgm:presLayoutVars>
      </dgm:prSet>
      <dgm:spPr/>
    </dgm:pt>
    <dgm:pt modelId="{380E3A23-2F48-4C9C-A8DE-53782935E98B}" type="pres">
      <dgm:prSet presAssocID="{DF1861ED-9EA3-4CE0-8054-3DD0432A4C92}" presName="spaceBetweenRectangles" presStyleCnt="0"/>
      <dgm:spPr/>
    </dgm:pt>
    <dgm:pt modelId="{BFD10C14-D763-44E9-A620-4ED8EB835BFE}" type="pres">
      <dgm:prSet presAssocID="{203AABA7-B9AA-4058-8130-617BD236AC52}" presName="parentLin" presStyleCnt="0"/>
      <dgm:spPr/>
    </dgm:pt>
    <dgm:pt modelId="{14CC9800-9042-43D6-84BD-1B8DC3D540BE}" type="pres">
      <dgm:prSet presAssocID="{203AABA7-B9AA-4058-8130-617BD236AC52}" presName="parentLeftMargin" presStyleLbl="node1" presStyleIdx="2" presStyleCnt="7"/>
      <dgm:spPr/>
    </dgm:pt>
    <dgm:pt modelId="{A328212B-0A78-4506-85B5-560FD82A6837}" type="pres">
      <dgm:prSet presAssocID="{203AABA7-B9AA-4058-8130-617BD236AC52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C2DCC4E7-1AA8-4595-BBF9-C117DE66F444}" type="pres">
      <dgm:prSet presAssocID="{203AABA7-B9AA-4058-8130-617BD236AC52}" presName="negativeSpace" presStyleCnt="0"/>
      <dgm:spPr/>
    </dgm:pt>
    <dgm:pt modelId="{60F90169-F085-49FF-AFC7-445724BFE618}" type="pres">
      <dgm:prSet presAssocID="{203AABA7-B9AA-4058-8130-617BD236AC52}" presName="childText" presStyleLbl="conFgAcc1" presStyleIdx="3" presStyleCnt="7">
        <dgm:presLayoutVars>
          <dgm:bulletEnabled val="1"/>
        </dgm:presLayoutVars>
      </dgm:prSet>
      <dgm:spPr/>
    </dgm:pt>
    <dgm:pt modelId="{112B6C56-3C54-4510-A840-23E1A490E11C}" type="pres">
      <dgm:prSet presAssocID="{2E86FEC5-9A71-421B-96C3-F9B3893F49B5}" presName="spaceBetweenRectangles" presStyleCnt="0"/>
      <dgm:spPr/>
    </dgm:pt>
    <dgm:pt modelId="{875F25C3-88E9-4F02-9137-92620751BEEF}" type="pres">
      <dgm:prSet presAssocID="{0459BF37-55A0-44BB-B11B-C1DF0BEE058F}" presName="parentLin" presStyleCnt="0"/>
      <dgm:spPr/>
    </dgm:pt>
    <dgm:pt modelId="{61F8A55B-9F18-4559-AECA-4FBE4CE502BC}" type="pres">
      <dgm:prSet presAssocID="{0459BF37-55A0-44BB-B11B-C1DF0BEE058F}" presName="parentLeftMargin" presStyleLbl="node1" presStyleIdx="3" presStyleCnt="7"/>
      <dgm:spPr/>
    </dgm:pt>
    <dgm:pt modelId="{785DD127-DCC7-4459-8E04-2041DCDFDF3B}" type="pres">
      <dgm:prSet presAssocID="{0459BF37-55A0-44BB-B11B-C1DF0BEE058F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082983BB-870E-467D-964E-29BE0F57249F}" type="pres">
      <dgm:prSet presAssocID="{0459BF37-55A0-44BB-B11B-C1DF0BEE058F}" presName="negativeSpace" presStyleCnt="0"/>
      <dgm:spPr/>
    </dgm:pt>
    <dgm:pt modelId="{4C218222-5996-4513-B176-9B37AF5848C9}" type="pres">
      <dgm:prSet presAssocID="{0459BF37-55A0-44BB-B11B-C1DF0BEE058F}" presName="childText" presStyleLbl="conFgAcc1" presStyleIdx="4" presStyleCnt="7">
        <dgm:presLayoutVars>
          <dgm:bulletEnabled val="1"/>
        </dgm:presLayoutVars>
      </dgm:prSet>
      <dgm:spPr/>
    </dgm:pt>
    <dgm:pt modelId="{86894EA2-2AF4-4210-BA32-8EFE7C695434}" type="pres">
      <dgm:prSet presAssocID="{4F69C1D0-217C-438A-9B1C-689D54D0414A}" presName="spaceBetweenRectangles" presStyleCnt="0"/>
      <dgm:spPr/>
    </dgm:pt>
    <dgm:pt modelId="{1FA31094-0BA2-47AA-88AA-28114D824B59}" type="pres">
      <dgm:prSet presAssocID="{9719EA33-8474-4527-8A9C-52D6DAF24C0D}" presName="parentLin" presStyleCnt="0"/>
      <dgm:spPr/>
    </dgm:pt>
    <dgm:pt modelId="{85A6D65E-57EE-4933-A17B-5328CB99C2EF}" type="pres">
      <dgm:prSet presAssocID="{9719EA33-8474-4527-8A9C-52D6DAF24C0D}" presName="parentLeftMargin" presStyleLbl="node1" presStyleIdx="4" presStyleCnt="7"/>
      <dgm:spPr/>
    </dgm:pt>
    <dgm:pt modelId="{287E71B9-585E-40E1-A101-F4B8E3EBAA4B}" type="pres">
      <dgm:prSet presAssocID="{9719EA33-8474-4527-8A9C-52D6DAF24C0D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476531E-A475-4C02-A294-72D1EE636A3B}" type="pres">
      <dgm:prSet presAssocID="{9719EA33-8474-4527-8A9C-52D6DAF24C0D}" presName="negativeSpace" presStyleCnt="0"/>
      <dgm:spPr/>
    </dgm:pt>
    <dgm:pt modelId="{DDAAECD0-F243-4AC6-A12E-5F41EDA0CBE1}" type="pres">
      <dgm:prSet presAssocID="{9719EA33-8474-4527-8A9C-52D6DAF24C0D}" presName="childText" presStyleLbl="conFgAcc1" presStyleIdx="5" presStyleCnt="7">
        <dgm:presLayoutVars>
          <dgm:bulletEnabled val="1"/>
        </dgm:presLayoutVars>
      </dgm:prSet>
      <dgm:spPr/>
    </dgm:pt>
    <dgm:pt modelId="{36572406-AF38-4BB4-BE7F-217560DBC1CE}" type="pres">
      <dgm:prSet presAssocID="{88C4A519-D258-499C-A1D6-A97E78F6ACA6}" presName="spaceBetweenRectangles" presStyleCnt="0"/>
      <dgm:spPr/>
    </dgm:pt>
    <dgm:pt modelId="{ECAAFAF8-4A11-448F-A152-86F503616ACD}" type="pres">
      <dgm:prSet presAssocID="{8B2C361E-541B-4175-9870-452B38DB0BF2}" presName="parentLin" presStyleCnt="0"/>
      <dgm:spPr/>
    </dgm:pt>
    <dgm:pt modelId="{276B62D2-BFE0-4AFF-AD15-8C99558551E3}" type="pres">
      <dgm:prSet presAssocID="{8B2C361E-541B-4175-9870-452B38DB0BF2}" presName="parentLeftMargin" presStyleLbl="node1" presStyleIdx="5" presStyleCnt="7"/>
      <dgm:spPr/>
    </dgm:pt>
    <dgm:pt modelId="{6A86B6E4-E69D-4D61-9751-9FEBB04EC515}" type="pres">
      <dgm:prSet presAssocID="{8B2C361E-541B-4175-9870-452B38DB0BF2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8AE16AD2-F9B2-4F48-90F7-44DFB9560479}" type="pres">
      <dgm:prSet presAssocID="{8B2C361E-541B-4175-9870-452B38DB0BF2}" presName="negativeSpace" presStyleCnt="0"/>
      <dgm:spPr/>
    </dgm:pt>
    <dgm:pt modelId="{B79A0589-9546-4D89-8F98-7136A1FF2633}" type="pres">
      <dgm:prSet presAssocID="{8B2C361E-541B-4175-9870-452B38DB0BF2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6754B208-9B22-47EF-BE08-A49C60770B2A}" srcId="{46B6F2D4-DDEC-4D31-AA62-C264180BE062}" destId="{9F299364-66EC-47F3-BAEE-6FAFBBB9D68C}" srcOrd="0" destOrd="0" parTransId="{6E4671B5-0FD2-4E88-9AA2-3F10E95CC711}" sibTransId="{A04E6935-3FC6-4B38-A37B-9BE1FC460C84}"/>
    <dgm:cxn modelId="{D28DBB19-DBFB-40B2-9AB4-20EC8A9F1D5A}" type="presOf" srcId="{9F299364-66EC-47F3-BAEE-6FAFBBB9D68C}" destId="{0F68C7D3-3B97-4160-8DC7-D0BAF3746AD7}" srcOrd="0" destOrd="0" presId="urn:microsoft.com/office/officeart/2005/8/layout/list1"/>
    <dgm:cxn modelId="{0143DC19-83C3-475F-8F18-A88D0FB7A317}" srcId="{46B6F2D4-DDEC-4D31-AA62-C264180BE062}" destId="{8B2C361E-541B-4175-9870-452B38DB0BF2}" srcOrd="6" destOrd="0" parTransId="{3FDB048F-90A3-47BB-85E7-0AF1723BDC92}" sibTransId="{ACE59BC6-684E-4B66-95BF-D15C63D399FA}"/>
    <dgm:cxn modelId="{58861029-BB09-4D9F-89E4-B34208ABB5FB}" type="presOf" srcId="{05C0811E-B075-42BD-86D2-D6C7B5372F38}" destId="{4C218222-5996-4513-B176-9B37AF5848C9}" srcOrd="0" destOrd="0" presId="urn:microsoft.com/office/officeart/2005/8/layout/list1"/>
    <dgm:cxn modelId="{48EC2C5C-6501-4DAA-80F7-B4484D01F895}" type="presOf" srcId="{203AABA7-B9AA-4058-8130-617BD236AC52}" destId="{A328212B-0A78-4506-85B5-560FD82A6837}" srcOrd="1" destOrd="0" presId="urn:microsoft.com/office/officeart/2005/8/layout/list1"/>
    <dgm:cxn modelId="{12F9C85E-E83C-41DE-8D09-2C21261E2769}" type="presOf" srcId="{98A72531-C72E-4C44-AAED-349F4B01FC95}" destId="{A15D70F4-8AF8-479C-A44D-C0C4673DED39}" srcOrd="1" destOrd="0" presId="urn:microsoft.com/office/officeart/2005/8/layout/list1"/>
    <dgm:cxn modelId="{7984A35F-85D3-4872-8A03-CBBA67224D05}" srcId="{0459BF37-55A0-44BB-B11B-C1DF0BEE058F}" destId="{05C0811E-B075-42BD-86D2-D6C7B5372F38}" srcOrd="0" destOrd="0" parTransId="{4936DBA6-D932-4D7E-85BA-3ECF1B776EB3}" sibTransId="{3926E787-656D-4F23-B5B0-4B616E04DE2B}"/>
    <dgm:cxn modelId="{4D013C66-DADD-4442-9E62-85DD39C90021}" srcId="{46B6F2D4-DDEC-4D31-AA62-C264180BE062}" destId="{98A72531-C72E-4C44-AAED-349F4B01FC95}" srcOrd="1" destOrd="0" parTransId="{874E995B-BFE8-4BB4-959D-AB97839BA83A}" sibTransId="{0A509C08-1763-45B2-B57C-ABC890EB62B6}"/>
    <dgm:cxn modelId="{46D8E350-ECDA-4B39-8450-7D39EA1EFE59}" type="presOf" srcId="{0459BF37-55A0-44BB-B11B-C1DF0BEE058F}" destId="{61F8A55B-9F18-4559-AECA-4FBE4CE502BC}" srcOrd="0" destOrd="0" presId="urn:microsoft.com/office/officeart/2005/8/layout/list1"/>
    <dgm:cxn modelId="{AA222C75-659E-4C5E-810C-6562B8D1CA6B}" type="presOf" srcId="{8B2C361E-541B-4175-9870-452B38DB0BF2}" destId="{6A86B6E4-E69D-4D61-9751-9FEBB04EC515}" srcOrd="1" destOrd="0" presId="urn:microsoft.com/office/officeart/2005/8/layout/list1"/>
    <dgm:cxn modelId="{57245777-A970-4B0C-B793-73A5A8A22890}" type="presOf" srcId="{66F4AA0E-6347-4C93-A074-A9CE1418679B}" destId="{4C218222-5996-4513-B176-9B37AF5848C9}" srcOrd="0" destOrd="1" presId="urn:microsoft.com/office/officeart/2005/8/layout/list1"/>
    <dgm:cxn modelId="{FC27A077-5BF9-4786-A354-89AECEB93BA9}" type="presOf" srcId="{203AABA7-B9AA-4058-8130-617BD236AC52}" destId="{14CC9800-9042-43D6-84BD-1B8DC3D540BE}" srcOrd="0" destOrd="0" presId="urn:microsoft.com/office/officeart/2005/8/layout/list1"/>
    <dgm:cxn modelId="{1578E894-15AD-4A3D-A06F-A6416B26ECA7}" srcId="{0459BF37-55A0-44BB-B11B-C1DF0BEE058F}" destId="{66F4AA0E-6347-4C93-A074-A9CE1418679B}" srcOrd="1" destOrd="0" parTransId="{1E3C624A-D797-4B89-9D5A-709B708DFBCF}" sibTransId="{698205BA-35CE-4669-8928-C00196E81125}"/>
    <dgm:cxn modelId="{75717A9C-DB49-4543-9D91-A607F9DEB550}" type="presOf" srcId="{46B6F2D4-DDEC-4D31-AA62-C264180BE062}" destId="{1FBDA3E8-1184-4CC0-8178-11C37D87F3DF}" srcOrd="0" destOrd="0" presId="urn:microsoft.com/office/officeart/2005/8/layout/list1"/>
    <dgm:cxn modelId="{F6CBFD9F-BDE4-4CDB-AB7F-EAEA49212F51}" type="presOf" srcId="{9719EA33-8474-4527-8A9C-52D6DAF24C0D}" destId="{287E71B9-585E-40E1-A101-F4B8E3EBAA4B}" srcOrd="1" destOrd="0" presId="urn:microsoft.com/office/officeart/2005/8/layout/list1"/>
    <dgm:cxn modelId="{826720A7-7173-4313-8C51-E0CDA5DE0846}" srcId="{46B6F2D4-DDEC-4D31-AA62-C264180BE062}" destId="{203AABA7-B9AA-4058-8130-617BD236AC52}" srcOrd="3" destOrd="0" parTransId="{26B5C413-6E83-4273-A280-7017E9453D80}" sibTransId="{2E86FEC5-9A71-421B-96C3-F9B3893F49B5}"/>
    <dgm:cxn modelId="{D0FB9EB3-ADC7-48A3-9800-FD4E5FF229B5}" type="presOf" srcId="{4BE2DA08-B1BE-49C0-81D5-E5C461702227}" destId="{CD22852A-6ECE-440F-B022-6C9668D6567E}" srcOrd="0" destOrd="0" presId="urn:microsoft.com/office/officeart/2005/8/layout/list1"/>
    <dgm:cxn modelId="{F3A770B9-63E4-4541-B9EC-E65304AC41EB}" srcId="{46B6F2D4-DDEC-4D31-AA62-C264180BE062}" destId="{0459BF37-55A0-44BB-B11B-C1DF0BEE058F}" srcOrd="4" destOrd="0" parTransId="{A215BD6D-94C1-49A2-94C8-D538108E207C}" sibTransId="{4F69C1D0-217C-438A-9B1C-689D54D0414A}"/>
    <dgm:cxn modelId="{D4999CB9-8CEA-43E6-B5E5-6D07DC61D5DF}" type="presOf" srcId="{0459BF37-55A0-44BB-B11B-C1DF0BEE058F}" destId="{785DD127-DCC7-4459-8E04-2041DCDFDF3B}" srcOrd="1" destOrd="0" presId="urn:microsoft.com/office/officeart/2005/8/layout/list1"/>
    <dgm:cxn modelId="{8BCBDEBA-32D5-44DF-B82C-B15EBBE76835}" type="presOf" srcId="{4BE2DA08-B1BE-49C0-81D5-E5C461702227}" destId="{7DABE092-1D84-4C97-B26D-56E43EEDEB9B}" srcOrd="1" destOrd="0" presId="urn:microsoft.com/office/officeart/2005/8/layout/list1"/>
    <dgm:cxn modelId="{69C0C0D4-0198-4819-B65B-0676654E6239}" srcId="{46B6F2D4-DDEC-4D31-AA62-C264180BE062}" destId="{4BE2DA08-B1BE-49C0-81D5-E5C461702227}" srcOrd="2" destOrd="0" parTransId="{5178A300-4DDD-443E-83EF-3B7FE2DACC3B}" sibTransId="{DF1861ED-9EA3-4CE0-8054-3DD0432A4C92}"/>
    <dgm:cxn modelId="{1AEDD9DF-ACF4-467E-884F-2EE1521689FE}" type="presOf" srcId="{9F299364-66EC-47F3-BAEE-6FAFBBB9D68C}" destId="{5BF1A2D4-BA00-4A19-971E-ECCB990130A1}" srcOrd="1" destOrd="0" presId="urn:microsoft.com/office/officeart/2005/8/layout/list1"/>
    <dgm:cxn modelId="{ACE809E5-0CC2-42F4-A90F-2495818666A7}" type="presOf" srcId="{9719EA33-8474-4527-8A9C-52D6DAF24C0D}" destId="{85A6D65E-57EE-4933-A17B-5328CB99C2EF}" srcOrd="0" destOrd="0" presId="urn:microsoft.com/office/officeart/2005/8/layout/list1"/>
    <dgm:cxn modelId="{07F9B4EA-6987-4790-A28A-560B22E72B9D}" type="presOf" srcId="{98A72531-C72E-4C44-AAED-349F4B01FC95}" destId="{D3EB538C-B8B0-411A-B19D-D2C828ACD310}" srcOrd="0" destOrd="0" presId="urn:microsoft.com/office/officeart/2005/8/layout/list1"/>
    <dgm:cxn modelId="{F83231F4-02AA-4BE3-9253-22CEA375BCA7}" type="presOf" srcId="{8B2C361E-541B-4175-9870-452B38DB0BF2}" destId="{276B62D2-BFE0-4AFF-AD15-8C99558551E3}" srcOrd="0" destOrd="0" presId="urn:microsoft.com/office/officeart/2005/8/layout/list1"/>
    <dgm:cxn modelId="{CF6015FD-2974-4350-8836-D9B9674070EE}" srcId="{46B6F2D4-DDEC-4D31-AA62-C264180BE062}" destId="{9719EA33-8474-4527-8A9C-52D6DAF24C0D}" srcOrd="5" destOrd="0" parTransId="{905C4E34-454F-42BB-823F-A61FE21774FC}" sibTransId="{88C4A519-D258-499C-A1D6-A97E78F6ACA6}"/>
    <dgm:cxn modelId="{C8F16176-D331-468D-B734-C0C79C8D9D8A}" type="presParOf" srcId="{1FBDA3E8-1184-4CC0-8178-11C37D87F3DF}" destId="{A57EACC2-43D1-4CD9-8F68-DAA6B583E8DF}" srcOrd="0" destOrd="0" presId="urn:microsoft.com/office/officeart/2005/8/layout/list1"/>
    <dgm:cxn modelId="{C03368A4-0CBA-408B-8708-A9ED4E3B5056}" type="presParOf" srcId="{A57EACC2-43D1-4CD9-8F68-DAA6B583E8DF}" destId="{0F68C7D3-3B97-4160-8DC7-D0BAF3746AD7}" srcOrd="0" destOrd="0" presId="urn:microsoft.com/office/officeart/2005/8/layout/list1"/>
    <dgm:cxn modelId="{AD2C8B50-2AB3-4CB4-9C2F-5BD9F8E45972}" type="presParOf" srcId="{A57EACC2-43D1-4CD9-8F68-DAA6B583E8DF}" destId="{5BF1A2D4-BA00-4A19-971E-ECCB990130A1}" srcOrd="1" destOrd="0" presId="urn:microsoft.com/office/officeart/2005/8/layout/list1"/>
    <dgm:cxn modelId="{55916741-693D-4028-AE8A-C45702EB3AB2}" type="presParOf" srcId="{1FBDA3E8-1184-4CC0-8178-11C37D87F3DF}" destId="{D63ACE4D-2390-42A1-A0B8-B7C94196BE11}" srcOrd="1" destOrd="0" presId="urn:microsoft.com/office/officeart/2005/8/layout/list1"/>
    <dgm:cxn modelId="{7E251636-2E90-4B30-A775-B885D5E19F1A}" type="presParOf" srcId="{1FBDA3E8-1184-4CC0-8178-11C37D87F3DF}" destId="{DCA41E00-5730-4E79-B51E-83EB581A6EF4}" srcOrd="2" destOrd="0" presId="urn:microsoft.com/office/officeart/2005/8/layout/list1"/>
    <dgm:cxn modelId="{E82B6A3C-ECC3-4A9D-B968-F3D9BAC0083C}" type="presParOf" srcId="{1FBDA3E8-1184-4CC0-8178-11C37D87F3DF}" destId="{728827CD-764E-4904-BC01-747D8BC88A74}" srcOrd="3" destOrd="0" presId="urn:microsoft.com/office/officeart/2005/8/layout/list1"/>
    <dgm:cxn modelId="{3F84D2FA-CF44-44E8-BDC0-21BD6E41F5C3}" type="presParOf" srcId="{1FBDA3E8-1184-4CC0-8178-11C37D87F3DF}" destId="{51DC34C5-ACF5-4A2B-A0C3-987D28998E9B}" srcOrd="4" destOrd="0" presId="urn:microsoft.com/office/officeart/2005/8/layout/list1"/>
    <dgm:cxn modelId="{D4E0A080-1CD6-4900-9F07-2488EA734198}" type="presParOf" srcId="{51DC34C5-ACF5-4A2B-A0C3-987D28998E9B}" destId="{D3EB538C-B8B0-411A-B19D-D2C828ACD310}" srcOrd="0" destOrd="0" presId="urn:microsoft.com/office/officeart/2005/8/layout/list1"/>
    <dgm:cxn modelId="{1CDB2D1B-3D7A-4C0E-B68F-602AD98C8B3E}" type="presParOf" srcId="{51DC34C5-ACF5-4A2B-A0C3-987D28998E9B}" destId="{A15D70F4-8AF8-479C-A44D-C0C4673DED39}" srcOrd="1" destOrd="0" presId="urn:microsoft.com/office/officeart/2005/8/layout/list1"/>
    <dgm:cxn modelId="{E504675F-A225-4816-8D4C-8D9B89DCEB46}" type="presParOf" srcId="{1FBDA3E8-1184-4CC0-8178-11C37D87F3DF}" destId="{B2BC1136-B4EC-4386-A952-A5B33CC6A572}" srcOrd="5" destOrd="0" presId="urn:microsoft.com/office/officeart/2005/8/layout/list1"/>
    <dgm:cxn modelId="{5A5A4525-1F99-419E-A96B-C34279353DF5}" type="presParOf" srcId="{1FBDA3E8-1184-4CC0-8178-11C37D87F3DF}" destId="{0C572818-0DFB-47C2-BDA4-F49D6237340E}" srcOrd="6" destOrd="0" presId="urn:microsoft.com/office/officeart/2005/8/layout/list1"/>
    <dgm:cxn modelId="{34A32E88-FC49-4E73-B208-6A7F53948E14}" type="presParOf" srcId="{1FBDA3E8-1184-4CC0-8178-11C37D87F3DF}" destId="{9FA0BA50-673E-456E-9F20-C689FE21046A}" srcOrd="7" destOrd="0" presId="urn:microsoft.com/office/officeart/2005/8/layout/list1"/>
    <dgm:cxn modelId="{DF4A3C08-1ED2-4D29-AEE2-A42D68130B36}" type="presParOf" srcId="{1FBDA3E8-1184-4CC0-8178-11C37D87F3DF}" destId="{0D4188C7-3B83-4792-A36F-AFE939AD7EC7}" srcOrd="8" destOrd="0" presId="urn:microsoft.com/office/officeart/2005/8/layout/list1"/>
    <dgm:cxn modelId="{4677742F-6429-4E4C-B52D-D8CCB29BE0D3}" type="presParOf" srcId="{0D4188C7-3B83-4792-A36F-AFE939AD7EC7}" destId="{CD22852A-6ECE-440F-B022-6C9668D6567E}" srcOrd="0" destOrd="0" presId="urn:microsoft.com/office/officeart/2005/8/layout/list1"/>
    <dgm:cxn modelId="{E14C6AD4-0CED-4C51-8732-30C94E19DC71}" type="presParOf" srcId="{0D4188C7-3B83-4792-A36F-AFE939AD7EC7}" destId="{7DABE092-1D84-4C97-B26D-56E43EEDEB9B}" srcOrd="1" destOrd="0" presId="urn:microsoft.com/office/officeart/2005/8/layout/list1"/>
    <dgm:cxn modelId="{4D983197-838C-425F-B1ED-A722CDE1F693}" type="presParOf" srcId="{1FBDA3E8-1184-4CC0-8178-11C37D87F3DF}" destId="{532023FC-1E81-4183-9071-B3666FA51F3F}" srcOrd="9" destOrd="0" presId="urn:microsoft.com/office/officeart/2005/8/layout/list1"/>
    <dgm:cxn modelId="{0A47D879-951C-4CF8-ADCF-FAB1EEA9FA5D}" type="presParOf" srcId="{1FBDA3E8-1184-4CC0-8178-11C37D87F3DF}" destId="{C0DB7267-F399-4F11-B883-C7E76164D828}" srcOrd="10" destOrd="0" presId="urn:microsoft.com/office/officeart/2005/8/layout/list1"/>
    <dgm:cxn modelId="{37041F1B-7A1E-44BF-897A-D70F9AE27DDE}" type="presParOf" srcId="{1FBDA3E8-1184-4CC0-8178-11C37D87F3DF}" destId="{380E3A23-2F48-4C9C-A8DE-53782935E98B}" srcOrd="11" destOrd="0" presId="urn:microsoft.com/office/officeart/2005/8/layout/list1"/>
    <dgm:cxn modelId="{25FEDB97-B5B7-4BB2-B5BD-503294A452E9}" type="presParOf" srcId="{1FBDA3E8-1184-4CC0-8178-11C37D87F3DF}" destId="{BFD10C14-D763-44E9-A620-4ED8EB835BFE}" srcOrd="12" destOrd="0" presId="urn:microsoft.com/office/officeart/2005/8/layout/list1"/>
    <dgm:cxn modelId="{8ED63D2B-73FA-4D06-B7BB-DABF647182F8}" type="presParOf" srcId="{BFD10C14-D763-44E9-A620-4ED8EB835BFE}" destId="{14CC9800-9042-43D6-84BD-1B8DC3D540BE}" srcOrd="0" destOrd="0" presId="urn:microsoft.com/office/officeart/2005/8/layout/list1"/>
    <dgm:cxn modelId="{A21CD030-BA80-4BEE-8475-FB649533CACA}" type="presParOf" srcId="{BFD10C14-D763-44E9-A620-4ED8EB835BFE}" destId="{A328212B-0A78-4506-85B5-560FD82A6837}" srcOrd="1" destOrd="0" presId="urn:microsoft.com/office/officeart/2005/8/layout/list1"/>
    <dgm:cxn modelId="{46034819-5148-4700-8A44-A0E75397BD71}" type="presParOf" srcId="{1FBDA3E8-1184-4CC0-8178-11C37D87F3DF}" destId="{C2DCC4E7-1AA8-4595-BBF9-C117DE66F444}" srcOrd="13" destOrd="0" presId="urn:microsoft.com/office/officeart/2005/8/layout/list1"/>
    <dgm:cxn modelId="{5A04ACED-9AC3-4D75-8DF7-1C0767F05B25}" type="presParOf" srcId="{1FBDA3E8-1184-4CC0-8178-11C37D87F3DF}" destId="{60F90169-F085-49FF-AFC7-445724BFE618}" srcOrd="14" destOrd="0" presId="urn:microsoft.com/office/officeart/2005/8/layout/list1"/>
    <dgm:cxn modelId="{6866F3A5-0E12-48AC-947D-794E476C0B7A}" type="presParOf" srcId="{1FBDA3E8-1184-4CC0-8178-11C37D87F3DF}" destId="{112B6C56-3C54-4510-A840-23E1A490E11C}" srcOrd="15" destOrd="0" presId="urn:microsoft.com/office/officeart/2005/8/layout/list1"/>
    <dgm:cxn modelId="{45D9F2F4-F07B-4D7D-A120-FB0F32F61F2B}" type="presParOf" srcId="{1FBDA3E8-1184-4CC0-8178-11C37D87F3DF}" destId="{875F25C3-88E9-4F02-9137-92620751BEEF}" srcOrd="16" destOrd="0" presId="urn:microsoft.com/office/officeart/2005/8/layout/list1"/>
    <dgm:cxn modelId="{BA58E00D-6DAF-4E74-A20D-150789B7FF80}" type="presParOf" srcId="{875F25C3-88E9-4F02-9137-92620751BEEF}" destId="{61F8A55B-9F18-4559-AECA-4FBE4CE502BC}" srcOrd="0" destOrd="0" presId="urn:microsoft.com/office/officeart/2005/8/layout/list1"/>
    <dgm:cxn modelId="{A51BFF48-E25A-41A1-8A76-AECD362F0B90}" type="presParOf" srcId="{875F25C3-88E9-4F02-9137-92620751BEEF}" destId="{785DD127-DCC7-4459-8E04-2041DCDFDF3B}" srcOrd="1" destOrd="0" presId="urn:microsoft.com/office/officeart/2005/8/layout/list1"/>
    <dgm:cxn modelId="{76B20996-63C3-4A63-9932-CFC7CF41CDAD}" type="presParOf" srcId="{1FBDA3E8-1184-4CC0-8178-11C37D87F3DF}" destId="{082983BB-870E-467D-964E-29BE0F57249F}" srcOrd="17" destOrd="0" presId="urn:microsoft.com/office/officeart/2005/8/layout/list1"/>
    <dgm:cxn modelId="{545A7B9E-3D34-479E-9D89-FA916677654E}" type="presParOf" srcId="{1FBDA3E8-1184-4CC0-8178-11C37D87F3DF}" destId="{4C218222-5996-4513-B176-9B37AF5848C9}" srcOrd="18" destOrd="0" presId="urn:microsoft.com/office/officeart/2005/8/layout/list1"/>
    <dgm:cxn modelId="{FF365D53-CFA3-4828-AD2E-217FD0DB41BF}" type="presParOf" srcId="{1FBDA3E8-1184-4CC0-8178-11C37D87F3DF}" destId="{86894EA2-2AF4-4210-BA32-8EFE7C695434}" srcOrd="19" destOrd="0" presId="urn:microsoft.com/office/officeart/2005/8/layout/list1"/>
    <dgm:cxn modelId="{36A6293F-EF84-43CF-A0C7-8F8BF73B459B}" type="presParOf" srcId="{1FBDA3E8-1184-4CC0-8178-11C37D87F3DF}" destId="{1FA31094-0BA2-47AA-88AA-28114D824B59}" srcOrd="20" destOrd="0" presId="urn:microsoft.com/office/officeart/2005/8/layout/list1"/>
    <dgm:cxn modelId="{04C29A7B-E6A5-44F5-99C4-3081AF5CCF3C}" type="presParOf" srcId="{1FA31094-0BA2-47AA-88AA-28114D824B59}" destId="{85A6D65E-57EE-4933-A17B-5328CB99C2EF}" srcOrd="0" destOrd="0" presId="urn:microsoft.com/office/officeart/2005/8/layout/list1"/>
    <dgm:cxn modelId="{39A5F4E7-DECB-4536-AFA1-B69D7D0DDA1A}" type="presParOf" srcId="{1FA31094-0BA2-47AA-88AA-28114D824B59}" destId="{287E71B9-585E-40E1-A101-F4B8E3EBAA4B}" srcOrd="1" destOrd="0" presId="urn:microsoft.com/office/officeart/2005/8/layout/list1"/>
    <dgm:cxn modelId="{C0A091DF-653A-41D3-9D44-4800E425404F}" type="presParOf" srcId="{1FBDA3E8-1184-4CC0-8178-11C37D87F3DF}" destId="{5476531E-A475-4C02-A294-72D1EE636A3B}" srcOrd="21" destOrd="0" presId="urn:microsoft.com/office/officeart/2005/8/layout/list1"/>
    <dgm:cxn modelId="{DA4CD600-BF0B-4041-A047-C5373F5B698C}" type="presParOf" srcId="{1FBDA3E8-1184-4CC0-8178-11C37D87F3DF}" destId="{DDAAECD0-F243-4AC6-A12E-5F41EDA0CBE1}" srcOrd="22" destOrd="0" presId="urn:microsoft.com/office/officeart/2005/8/layout/list1"/>
    <dgm:cxn modelId="{70AA7DBC-8B6D-43F3-95DC-58CB1DA3DB00}" type="presParOf" srcId="{1FBDA3E8-1184-4CC0-8178-11C37D87F3DF}" destId="{36572406-AF38-4BB4-BE7F-217560DBC1CE}" srcOrd="23" destOrd="0" presId="urn:microsoft.com/office/officeart/2005/8/layout/list1"/>
    <dgm:cxn modelId="{405F9D06-95BE-4EA6-9487-948FBB799027}" type="presParOf" srcId="{1FBDA3E8-1184-4CC0-8178-11C37D87F3DF}" destId="{ECAAFAF8-4A11-448F-A152-86F503616ACD}" srcOrd="24" destOrd="0" presId="urn:microsoft.com/office/officeart/2005/8/layout/list1"/>
    <dgm:cxn modelId="{52C7BB6F-0A61-4C54-BE3A-1CA910F3F37D}" type="presParOf" srcId="{ECAAFAF8-4A11-448F-A152-86F503616ACD}" destId="{276B62D2-BFE0-4AFF-AD15-8C99558551E3}" srcOrd="0" destOrd="0" presId="urn:microsoft.com/office/officeart/2005/8/layout/list1"/>
    <dgm:cxn modelId="{4486A25D-AD85-4A1D-A9A7-4B54785F4572}" type="presParOf" srcId="{ECAAFAF8-4A11-448F-A152-86F503616ACD}" destId="{6A86B6E4-E69D-4D61-9751-9FEBB04EC515}" srcOrd="1" destOrd="0" presId="urn:microsoft.com/office/officeart/2005/8/layout/list1"/>
    <dgm:cxn modelId="{8F029A45-57DF-4DEE-850E-85EF84301339}" type="presParOf" srcId="{1FBDA3E8-1184-4CC0-8178-11C37D87F3DF}" destId="{8AE16AD2-F9B2-4F48-90F7-44DFB9560479}" srcOrd="25" destOrd="0" presId="urn:microsoft.com/office/officeart/2005/8/layout/list1"/>
    <dgm:cxn modelId="{EA84F33B-6074-42C3-8C71-CD088B2578C4}" type="presParOf" srcId="{1FBDA3E8-1184-4CC0-8178-11C37D87F3DF}" destId="{B79A0589-9546-4D89-8F98-7136A1FF2633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F241A2-8404-4A29-ACAF-DAC54CDA71E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432A59E-AD7E-42C6-BD5C-717789C7B76C}">
      <dgm:prSet/>
      <dgm:spPr/>
      <dgm:t>
        <a:bodyPr/>
        <a:lstStyle/>
        <a:p>
          <a:r>
            <a:rPr lang="en-GB"/>
            <a:t>Lecture -&gt; Program Coordinator -&gt; Academic Manager -&gt; HR -&gt; CSV Invoice Report</a:t>
          </a:r>
          <a:endParaRPr lang="en-US"/>
        </a:p>
      </dgm:t>
    </dgm:pt>
    <dgm:pt modelId="{66C43EFF-F0D9-4F9B-86C5-025CD0897EB6}" type="parTrans" cxnId="{D5907746-E700-4BD2-9BC6-CFF59C4BD63B}">
      <dgm:prSet/>
      <dgm:spPr/>
      <dgm:t>
        <a:bodyPr/>
        <a:lstStyle/>
        <a:p>
          <a:endParaRPr lang="en-US"/>
        </a:p>
      </dgm:t>
    </dgm:pt>
    <dgm:pt modelId="{E407B801-0F25-43B7-B64E-2A3A11462DD5}" type="sibTrans" cxnId="{D5907746-E700-4BD2-9BC6-CFF59C4BD63B}">
      <dgm:prSet/>
      <dgm:spPr/>
      <dgm:t>
        <a:bodyPr/>
        <a:lstStyle/>
        <a:p>
          <a:endParaRPr lang="en-US"/>
        </a:p>
      </dgm:t>
    </dgm:pt>
    <dgm:pt modelId="{12A3183B-FB23-4570-B580-1A544745C5B8}">
      <dgm:prSet/>
      <dgm:spPr/>
      <dgm:t>
        <a:bodyPr/>
        <a:lstStyle/>
        <a:p>
          <a:r>
            <a:rPr lang="en-GB"/>
            <a:t>Automated claim amount calculation</a:t>
          </a:r>
          <a:endParaRPr lang="en-US"/>
        </a:p>
      </dgm:t>
    </dgm:pt>
    <dgm:pt modelId="{A5BF50CF-6604-43A8-B18E-9DBEB9403D24}" type="parTrans" cxnId="{403803D6-60E1-4BF9-B43C-C05A6F7EF361}">
      <dgm:prSet/>
      <dgm:spPr/>
      <dgm:t>
        <a:bodyPr/>
        <a:lstStyle/>
        <a:p>
          <a:endParaRPr lang="en-US"/>
        </a:p>
      </dgm:t>
    </dgm:pt>
    <dgm:pt modelId="{CFB6A870-66BB-4FC7-8208-2EC7DA019AF4}" type="sibTrans" cxnId="{403803D6-60E1-4BF9-B43C-C05A6F7EF361}">
      <dgm:prSet/>
      <dgm:spPr/>
      <dgm:t>
        <a:bodyPr/>
        <a:lstStyle/>
        <a:p>
          <a:endParaRPr lang="en-US"/>
        </a:p>
      </dgm:t>
    </dgm:pt>
    <dgm:pt modelId="{7D1DEFED-DFDF-4538-B0BE-7122C72F214E}">
      <dgm:prSet/>
      <dgm:spPr/>
      <dgm:t>
        <a:bodyPr/>
        <a:lstStyle/>
        <a:p>
          <a:r>
            <a:rPr lang="en-GB"/>
            <a:t>Automated claim validation summary for Coordinator/Manager</a:t>
          </a:r>
          <a:endParaRPr lang="en-US"/>
        </a:p>
      </dgm:t>
    </dgm:pt>
    <dgm:pt modelId="{284F8114-49A8-4B23-A6D1-ECA4FBF79B5E}" type="parTrans" cxnId="{56B2FE95-5D33-4CEE-8188-A5C8AF933B3E}">
      <dgm:prSet/>
      <dgm:spPr/>
      <dgm:t>
        <a:bodyPr/>
        <a:lstStyle/>
        <a:p>
          <a:endParaRPr lang="en-US"/>
        </a:p>
      </dgm:t>
    </dgm:pt>
    <dgm:pt modelId="{4C0E5CDA-4E68-4E92-8E66-11846E8660BF}" type="sibTrans" cxnId="{56B2FE95-5D33-4CEE-8188-A5C8AF933B3E}">
      <dgm:prSet/>
      <dgm:spPr/>
      <dgm:t>
        <a:bodyPr/>
        <a:lstStyle/>
        <a:p>
          <a:endParaRPr lang="en-US"/>
        </a:p>
      </dgm:t>
    </dgm:pt>
    <dgm:pt modelId="{F714074B-B4AA-4FD9-8D01-5B1D2C2BEE31}">
      <dgm:prSet/>
      <dgm:spPr/>
      <dgm:t>
        <a:bodyPr/>
        <a:lstStyle/>
        <a:p>
          <a:r>
            <a:rPr lang="en-GB"/>
            <a:t>Automated invoice generation for Human Resources (HR)</a:t>
          </a:r>
          <a:endParaRPr lang="en-US"/>
        </a:p>
      </dgm:t>
    </dgm:pt>
    <dgm:pt modelId="{76F30430-429D-428A-A94A-3ACFE6BEAAB7}" type="parTrans" cxnId="{A10791D0-161A-41C2-B99C-B319AD5B0749}">
      <dgm:prSet/>
      <dgm:spPr/>
      <dgm:t>
        <a:bodyPr/>
        <a:lstStyle/>
        <a:p>
          <a:endParaRPr lang="en-US"/>
        </a:p>
      </dgm:t>
    </dgm:pt>
    <dgm:pt modelId="{40B95868-5782-45BF-9F9C-5F5D2BDDF1CC}" type="sibTrans" cxnId="{A10791D0-161A-41C2-B99C-B319AD5B0749}">
      <dgm:prSet/>
      <dgm:spPr/>
      <dgm:t>
        <a:bodyPr/>
        <a:lstStyle/>
        <a:p>
          <a:endParaRPr lang="en-US"/>
        </a:p>
      </dgm:t>
    </dgm:pt>
    <dgm:pt modelId="{4AC3B80E-AB45-43BF-92B2-6BC04F4A912F}" type="pres">
      <dgm:prSet presAssocID="{2FF241A2-8404-4A29-ACAF-DAC54CDA71E4}" presName="vert0" presStyleCnt="0">
        <dgm:presLayoutVars>
          <dgm:dir/>
          <dgm:animOne val="branch"/>
          <dgm:animLvl val="lvl"/>
        </dgm:presLayoutVars>
      </dgm:prSet>
      <dgm:spPr/>
    </dgm:pt>
    <dgm:pt modelId="{CED1E45E-707C-42E5-B0DD-86D3648E84E4}" type="pres">
      <dgm:prSet presAssocID="{E432A59E-AD7E-42C6-BD5C-717789C7B76C}" presName="thickLine" presStyleLbl="alignNode1" presStyleIdx="0" presStyleCnt="4"/>
      <dgm:spPr/>
    </dgm:pt>
    <dgm:pt modelId="{9DC5AF1A-6EB7-48CD-B046-FA9144DE67E3}" type="pres">
      <dgm:prSet presAssocID="{E432A59E-AD7E-42C6-BD5C-717789C7B76C}" presName="horz1" presStyleCnt="0"/>
      <dgm:spPr/>
    </dgm:pt>
    <dgm:pt modelId="{0C92ED54-A039-4C94-A584-63BF79D943B2}" type="pres">
      <dgm:prSet presAssocID="{E432A59E-AD7E-42C6-BD5C-717789C7B76C}" presName="tx1" presStyleLbl="revTx" presStyleIdx="0" presStyleCnt="4"/>
      <dgm:spPr/>
    </dgm:pt>
    <dgm:pt modelId="{98247C2C-51B7-4A4C-BC34-640DA6885B19}" type="pres">
      <dgm:prSet presAssocID="{E432A59E-AD7E-42C6-BD5C-717789C7B76C}" presName="vert1" presStyleCnt="0"/>
      <dgm:spPr/>
    </dgm:pt>
    <dgm:pt modelId="{93BD614A-BC43-458C-8B45-9B9F2E5456CD}" type="pres">
      <dgm:prSet presAssocID="{12A3183B-FB23-4570-B580-1A544745C5B8}" presName="thickLine" presStyleLbl="alignNode1" presStyleIdx="1" presStyleCnt="4"/>
      <dgm:spPr/>
    </dgm:pt>
    <dgm:pt modelId="{EC2B41CC-9926-4D8E-9A46-5C83527D5742}" type="pres">
      <dgm:prSet presAssocID="{12A3183B-FB23-4570-B580-1A544745C5B8}" presName="horz1" presStyleCnt="0"/>
      <dgm:spPr/>
    </dgm:pt>
    <dgm:pt modelId="{40326F0F-602D-4566-A4AB-722C1D3615C9}" type="pres">
      <dgm:prSet presAssocID="{12A3183B-FB23-4570-B580-1A544745C5B8}" presName="tx1" presStyleLbl="revTx" presStyleIdx="1" presStyleCnt="4"/>
      <dgm:spPr/>
    </dgm:pt>
    <dgm:pt modelId="{4B625E82-674E-41DE-9A07-9B01C6CAEDD5}" type="pres">
      <dgm:prSet presAssocID="{12A3183B-FB23-4570-B580-1A544745C5B8}" presName="vert1" presStyleCnt="0"/>
      <dgm:spPr/>
    </dgm:pt>
    <dgm:pt modelId="{2533F913-26CA-42E5-8406-78229EC84465}" type="pres">
      <dgm:prSet presAssocID="{7D1DEFED-DFDF-4538-B0BE-7122C72F214E}" presName="thickLine" presStyleLbl="alignNode1" presStyleIdx="2" presStyleCnt="4"/>
      <dgm:spPr/>
    </dgm:pt>
    <dgm:pt modelId="{ED376064-377B-4183-9F40-7F9D8DAB23C2}" type="pres">
      <dgm:prSet presAssocID="{7D1DEFED-DFDF-4538-B0BE-7122C72F214E}" presName="horz1" presStyleCnt="0"/>
      <dgm:spPr/>
    </dgm:pt>
    <dgm:pt modelId="{39F41F5B-E9FD-4970-B3BA-63C35E4DAE3B}" type="pres">
      <dgm:prSet presAssocID="{7D1DEFED-DFDF-4538-B0BE-7122C72F214E}" presName="tx1" presStyleLbl="revTx" presStyleIdx="2" presStyleCnt="4"/>
      <dgm:spPr/>
    </dgm:pt>
    <dgm:pt modelId="{DB7A7CD4-E6FB-47E3-AA7A-A5C568969416}" type="pres">
      <dgm:prSet presAssocID="{7D1DEFED-DFDF-4538-B0BE-7122C72F214E}" presName="vert1" presStyleCnt="0"/>
      <dgm:spPr/>
    </dgm:pt>
    <dgm:pt modelId="{F78B2066-E99F-473D-9C9D-10D9DF64C5F6}" type="pres">
      <dgm:prSet presAssocID="{F714074B-B4AA-4FD9-8D01-5B1D2C2BEE31}" presName="thickLine" presStyleLbl="alignNode1" presStyleIdx="3" presStyleCnt="4"/>
      <dgm:spPr/>
    </dgm:pt>
    <dgm:pt modelId="{1A8A517B-940C-4D5D-85A4-FF65F7F04024}" type="pres">
      <dgm:prSet presAssocID="{F714074B-B4AA-4FD9-8D01-5B1D2C2BEE31}" presName="horz1" presStyleCnt="0"/>
      <dgm:spPr/>
    </dgm:pt>
    <dgm:pt modelId="{AF8BC955-0C72-4C61-BF54-4F8D39690A12}" type="pres">
      <dgm:prSet presAssocID="{F714074B-B4AA-4FD9-8D01-5B1D2C2BEE31}" presName="tx1" presStyleLbl="revTx" presStyleIdx="3" presStyleCnt="4"/>
      <dgm:spPr/>
    </dgm:pt>
    <dgm:pt modelId="{616287DF-F7FA-425E-B307-F8DF05A0F674}" type="pres">
      <dgm:prSet presAssocID="{F714074B-B4AA-4FD9-8D01-5B1D2C2BEE31}" presName="vert1" presStyleCnt="0"/>
      <dgm:spPr/>
    </dgm:pt>
  </dgm:ptLst>
  <dgm:cxnLst>
    <dgm:cxn modelId="{D5907746-E700-4BD2-9BC6-CFF59C4BD63B}" srcId="{2FF241A2-8404-4A29-ACAF-DAC54CDA71E4}" destId="{E432A59E-AD7E-42C6-BD5C-717789C7B76C}" srcOrd="0" destOrd="0" parTransId="{66C43EFF-F0D9-4F9B-86C5-025CD0897EB6}" sibTransId="{E407B801-0F25-43B7-B64E-2A3A11462DD5}"/>
    <dgm:cxn modelId="{AAD1C694-AC98-4410-88D1-A3FD786E7B33}" type="presOf" srcId="{12A3183B-FB23-4570-B580-1A544745C5B8}" destId="{40326F0F-602D-4566-A4AB-722C1D3615C9}" srcOrd="0" destOrd="0" presId="urn:microsoft.com/office/officeart/2008/layout/LinedList"/>
    <dgm:cxn modelId="{56B2FE95-5D33-4CEE-8188-A5C8AF933B3E}" srcId="{2FF241A2-8404-4A29-ACAF-DAC54CDA71E4}" destId="{7D1DEFED-DFDF-4538-B0BE-7122C72F214E}" srcOrd="2" destOrd="0" parTransId="{284F8114-49A8-4B23-A6D1-ECA4FBF79B5E}" sibTransId="{4C0E5CDA-4E68-4E92-8E66-11846E8660BF}"/>
    <dgm:cxn modelId="{AE620DA1-430F-47DF-8C47-4BB4BF1A4547}" type="presOf" srcId="{2FF241A2-8404-4A29-ACAF-DAC54CDA71E4}" destId="{4AC3B80E-AB45-43BF-92B2-6BC04F4A912F}" srcOrd="0" destOrd="0" presId="urn:microsoft.com/office/officeart/2008/layout/LinedList"/>
    <dgm:cxn modelId="{A10791D0-161A-41C2-B99C-B319AD5B0749}" srcId="{2FF241A2-8404-4A29-ACAF-DAC54CDA71E4}" destId="{F714074B-B4AA-4FD9-8D01-5B1D2C2BEE31}" srcOrd="3" destOrd="0" parTransId="{76F30430-429D-428A-A94A-3ACFE6BEAAB7}" sibTransId="{40B95868-5782-45BF-9F9C-5F5D2BDDF1CC}"/>
    <dgm:cxn modelId="{403803D6-60E1-4BF9-B43C-C05A6F7EF361}" srcId="{2FF241A2-8404-4A29-ACAF-DAC54CDA71E4}" destId="{12A3183B-FB23-4570-B580-1A544745C5B8}" srcOrd="1" destOrd="0" parTransId="{A5BF50CF-6604-43A8-B18E-9DBEB9403D24}" sibTransId="{CFB6A870-66BB-4FC7-8208-2EC7DA019AF4}"/>
    <dgm:cxn modelId="{0FF278DF-D1AE-4DBF-8EFC-A505D2E91892}" type="presOf" srcId="{7D1DEFED-DFDF-4538-B0BE-7122C72F214E}" destId="{39F41F5B-E9FD-4970-B3BA-63C35E4DAE3B}" srcOrd="0" destOrd="0" presId="urn:microsoft.com/office/officeart/2008/layout/LinedList"/>
    <dgm:cxn modelId="{6D3EB8F4-9E8A-4248-AD93-668672665297}" type="presOf" srcId="{E432A59E-AD7E-42C6-BD5C-717789C7B76C}" destId="{0C92ED54-A039-4C94-A584-63BF79D943B2}" srcOrd="0" destOrd="0" presId="urn:microsoft.com/office/officeart/2008/layout/LinedList"/>
    <dgm:cxn modelId="{345CE6FE-7314-4696-9541-22E45DD0E25F}" type="presOf" srcId="{F714074B-B4AA-4FD9-8D01-5B1D2C2BEE31}" destId="{AF8BC955-0C72-4C61-BF54-4F8D39690A12}" srcOrd="0" destOrd="0" presId="urn:microsoft.com/office/officeart/2008/layout/LinedList"/>
    <dgm:cxn modelId="{B5A6C6F8-A4FB-44D8-9E99-0D34E7912BEA}" type="presParOf" srcId="{4AC3B80E-AB45-43BF-92B2-6BC04F4A912F}" destId="{CED1E45E-707C-42E5-B0DD-86D3648E84E4}" srcOrd="0" destOrd="0" presId="urn:microsoft.com/office/officeart/2008/layout/LinedList"/>
    <dgm:cxn modelId="{EA012444-C563-4E7C-B1D0-3290CC895EB6}" type="presParOf" srcId="{4AC3B80E-AB45-43BF-92B2-6BC04F4A912F}" destId="{9DC5AF1A-6EB7-48CD-B046-FA9144DE67E3}" srcOrd="1" destOrd="0" presId="urn:microsoft.com/office/officeart/2008/layout/LinedList"/>
    <dgm:cxn modelId="{217FD36F-D9B3-4F6A-B246-7383B577F7AE}" type="presParOf" srcId="{9DC5AF1A-6EB7-48CD-B046-FA9144DE67E3}" destId="{0C92ED54-A039-4C94-A584-63BF79D943B2}" srcOrd="0" destOrd="0" presId="urn:microsoft.com/office/officeart/2008/layout/LinedList"/>
    <dgm:cxn modelId="{201C9116-E0A9-447C-9518-903C3AE95935}" type="presParOf" srcId="{9DC5AF1A-6EB7-48CD-B046-FA9144DE67E3}" destId="{98247C2C-51B7-4A4C-BC34-640DA6885B19}" srcOrd="1" destOrd="0" presId="urn:microsoft.com/office/officeart/2008/layout/LinedList"/>
    <dgm:cxn modelId="{A4E29668-2019-47FB-91B5-8915D474D8D0}" type="presParOf" srcId="{4AC3B80E-AB45-43BF-92B2-6BC04F4A912F}" destId="{93BD614A-BC43-458C-8B45-9B9F2E5456CD}" srcOrd="2" destOrd="0" presId="urn:microsoft.com/office/officeart/2008/layout/LinedList"/>
    <dgm:cxn modelId="{CE72BE39-DC85-4839-8D48-349DC63B863F}" type="presParOf" srcId="{4AC3B80E-AB45-43BF-92B2-6BC04F4A912F}" destId="{EC2B41CC-9926-4D8E-9A46-5C83527D5742}" srcOrd="3" destOrd="0" presId="urn:microsoft.com/office/officeart/2008/layout/LinedList"/>
    <dgm:cxn modelId="{4CCD11CF-29C9-40E4-8857-09948C30BC99}" type="presParOf" srcId="{EC2B41CC-9926-4D8E-9A46-5C83527D5742}" destId="{40326F0F-602D-4566-A4AB-722C1D3615C9}" srcOrd="0" destOrd="0" presId="urn:microsoft.com/office/officeart/2008/layout/LinedList"/>
    <dgm:cxn modelId="{BF5C8254-788C-400D-82BD-7E4CF01F189D}" type="presParOf" srcId="{EC2B41CC-9926-4D8E-9A46-5C83527D5742}" destId="{4B625E82-674E-41DE-9A07-9B01C6CAEDD5}" srcOrd="1" destOrd="0" presId="urn:microsoft.com/office/officeart/2008/layout/LinedList"/>
    <dgm:cxn modelId="{04CAF2E8-DF59-45BA-9DC9-E99371B8EAA9}" type="presParOf" srcId="{4AC3B80E-AB45-43BF-92B2-6BC04F4A912F}" destId="{2533F913-26CA-42E5-8406-78229EC84465}" srcOrd="4" destOrd="0" presId="urn:microsoft.com/office/officeart/2008/layout/LinedList"/>
    <dgm:cxn modelId="{78CE6E23-4708-4F16-8A0C-E782CFBC9705}" type="presParOf" srcId="{4AC3B80E-AB45-43BF-92B2-6BC04F4A912F}" destId="{ED376064-377B-4183-9F40-7F9D8DAB23C2}" srcOrd="5" destOrd="0" presId="urn:microsoft.com/office/officeart/2008/layout/LinedList"/>
    <dgm:cxn modelId="{36090273-D6F2-4ABC-8485-D02B7B0D4329}" type="presParOf" srcId="{ED376064-377B-4183-9F40-7F9D8DAB23C2}" destId="{39F41F5B-E9FD-4970-B3BA-63C35E4DAE3B}" srcOrd="0" destOrd="0" presId="urn:microsoft.com/office/officeart/2008/layout/LinedList"/>
    <dgm:cxn modelId="{FE263171-5F24-421C-8823-39C5877B5893}" type="presParOf" srcId="{ED376064-377B-4183-9F40-7F9D8DAB23C2}" destId="{DB7A7CD4-E6FB-47E3-AA7A-A5C568969416}" srcOrd="1" destOrd="0" presId="urn:microsoft.com/office/officeart/2008/layout/LinedList"/>
    <dgm:cxn modelId="{CFB9E98A-0F13-4850-B7CA-843BCC0550E5}" type="presParOf" srcId="{4AC3B80E-AB45-43BF-92B2-6BC04F4A912F}" destId="{F78B2066-E99F-473D-9C9D-10D9DF64C5F6}" srcOrd="6" destOrd="0" presId="urn:microsoft.com/office/officeart/2008/layout/LinedList"/>
    <dgm:cxn modelId="{AE61DACF-A75C-4CE1-83FD-E4F40ABF977C}" type="presParOf" srcId="{4AC3B80E-AB45-43BF-92B2-6BC04F4A912F}" destId="{1A8A517B-940C-4D5D-85A4-FF65F7F04024}" srcOrd="7" destOrd="0" presId="urn:microsoft.com/office/officeart/2008/layout/LinedList"/>
    <dgm:cxn modelId="{54E2B67D-4A0D-4FB7-8C46-8BBA408426D7}" type="presParOf" srcId="{1A8A517B-940C-4D5D-85A4-FF65F7F04024}" destId="{AF8BC955-0C72-4C61-BF54-4F8D39690A12}" srcOrd="0" destOrd="0" presId="urn:microsoft.com/office/officeart/2008/layout/LinedList"/>
    <dgm:cxn modelId="{7DF1F7A2-BE78-4207-9F94-EB1AF5FEDCB9}" type="presParOf" srcId="{1A8A517B-940C-4D5D-85A4-FF65F7F04024}" destId="{616287DF-F7FA-425E-B307-F8DF05A0F67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A41E00-5730-4E79-B51E-83EB581A6EF4}">
      <dsp:nvSpPr>
        <dsp:cNvPr id="0" name=""/>
        <dsp:cNvSpPr/>
      </dsp:nvSpPr>
      <dsp:spPr>
        <a:xfrm>
          <a:off x="0" y="253433"/>
          <a:ext cx="7485718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F1A2D4-BA00-4A19-971E-ECCB990130A1}">
      <dsp:nvSpPr>
        <dsp:cNvPr id="0" name=""/>
        <dsp:cNvSpPr/>
      </dsp:nvSpPr>
      <dsp:spPr>
        <a:xfrm>
          <a:off x="374285" y="46793"/>
          <a:ext cx="5240002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060" tIns="0" rIns="19806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.NET 8 – ASP.NET Core MVC</a:t>
          </a:r>
          <a:endParaRPr lang="en-US" sz="1400" kern="1200"/>
        </a:p>
      </dsp:txBody>
      <dsp:txXfrm>
        <a:off x="394460" y="66968"/>
        <a:ext cx="5199652" cy="372930"/>
      </dsp:txXfrm>
    </dsp:sp>
    <dsp:sp modelId="{0C572818-0DFB-47C2-BDA4-F49D6237340E}">
      <dsp:nvSpPr>
        <dsp:cNvPr id="0" name=""/>
        <dsp:cNvSpPr/>
      </dsp:nvSpPr>
      <dsp:spPr>
        <a:xfrm>
          <a:off x="0" y="888473"/>
          <a:ext cx="7485718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178683"/>
              <a:satOff val="-4440"/>
              <a:lumOff val="37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5D70F4-8AF8-479C-A44D-C0C4673DED39}">
      <dsp:nvSpPr>
        <dsp:cNvPr id="0" name=""/>
        <dsp:cNvSpPr/>
      </dsp:nvSpPr>
      <dsp:spPr>
        <a:xfrm>
          <a:off x="374285" y="681833"/>
          <a:ext cx="5240002" cy="413280"/>
        </a:xfrm>
        <a:prstGeom prst="roundRect">
          <a:avLst/>
        </a:prstGeom>
        <a:solidFill>
          <a:schemeClr val="accent2">
            <a:hueOff val="1178683"/>
            <a:satOff val="-4440"/>
            <a:lumOff val="37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060" tIns="0" rIns="19806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Entity Framework Core (SQL Server)</a:t>
          </a:r>
          <a:endParaRPr lang="en-US" sz="1400" kern="1200"/>
        </a:p>
      </dsp:txBody>
      <dsp:txXfrm>
        <a:off x="394460" y="702008"/>
        <a:ext cx="5199652" cy="372930"/>
      </dsp:txXfrm>
    </dsp:sp>
    <dsp:sp modelId="{C0DB7267-F399-4F11-B883-C7E76164D828}">
      <dsp:nvSpPr>
        <dsp:cNvPr id="0" name=""/>
        <dsp:cNvSpPr/>
      </dsp:nvSpPr>
      <dsp:spPr>
        <a:xfrm>
          <a:off x="0" y="1523513"/>
          <a:ext cx="7485718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357366"/>
              <a:satOff val="-8879"/>
              <a:lumOff val="7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ABE092-1D84-4C97-B26D-56E43EEDEB9B}">
      <dsp:nvSpPr>
        <dsp:cNvPr id="0" name=""/>
        <dsp:cNvSpPr/>
      </dsp:nvSpPr>
      <dsp:spPr>
        <a:xfrm>
          <a:off x="374285" y="1316874"/>
          <a:ext cx="5240002" cy="413280"/>
        </a:xfrm>
        <a:prstGeom prst="roundRect">
          <a:avLst/>
        </a:prstGeom>
        <a:solidFill>
          <a:schemeClr val="accent2">
            <a:hueOff val="2357366"/>
            <a:satOff val="-8879"/>
            <a:lumOff val="7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060" tIns="0" rIns="19806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ASP.NET Core Identity (Authentication and Roles)</a:t>
          </a:r>
          <a:endParaRPr lang="en-US" sz="1400" kern="1200"/>
        </a:p>
      </dsp:txBody>
      <dsp:txXfrm>
        <a:off x="394460" y="1337049"/>
        <a:ext cx="5199652" cy="372930"/>
      </dsp:txXfrm>
    </dsp:sp>
    <dsp:sp modelId="{60F90169-F085-49FF-AFC7-445724BFE618}">
      <dsp:nvSpPr>
        <dsp:cNvPr id="0" name=""/>
        <dsp:cNvSpPr/>
      </dsp:nvSpPr>
      <dsp:spPr>
        <a:xfrm>
          <a:off x="0" y="2158554"/>
          <a:ext cx="7485718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536049"/>
              <a:satOff val="-13319"/>
              <a:lumOff val="1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28212B-0A78-4506-85B5-560FD82A6837}">
      <dsp:nvSpPr>
        <dsp:cNvPr id="0" name=""/>
        <dsp:cNvSpPr/>
      </dsp:nvSpPr>
      <dsp:spPr>
        <a:xfrm>
          <a:off x="374285" y="1951914"/>
          <a:ext cx="5240002" cy="413280"/>
        </a:xfrm>
        <a:prstGeom prst="roundRect">
          <a:avLst/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060" tIns="0" rIns="19806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Razor Views</a:t>
          </a:r>
          <a:endParaRPr lang="en-US" sz="1400" kern="1200"/>
        </a:p>
      </dsp:txBody>
      <dsp:txXfrm>
        <a:off x="394460" y="1972089"/>
        <a:ext cx="5199652" cy="372930"/>
      </dsp:txXfrm>
    </dsp:sp>
    <dsp:sp modelId="{4C218222-5996-4513-B176-9B37AF5848C9}">
      <dsp:nvSpPr>
        <dsp:cNvPr id="0" name=""/>
        <dsp:cNvSpPr/>
      </dsp:nvSpPr>
      <dsp:spPr>
        <a:xfrm>
          <a:off x="0" y="2793594"/>
          <a:ext cx="7485718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714731"/>
              <a:satOff val="-17759"/>
              <a:lumOff val="14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975" tIns="291592" rIns="58097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Claim auto-calculation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File validation</a:t>
          </a:r>
          <a:endParaRPr lang="en-US" sz="1400" kern="1200"/>
        </a:p>
      </dsp:txBody>
      <dsp:txXfrm>
        <a:off x="0" y="2793594"/>
        <a:ext cx="7485718" cy="815850"/>
      </dsp:txXfrm>
    </dsp:sp>
    <dsp:sp modelId="{785DD127-DCC7-4459-8E04-2041DCDFDF3B}">
      <dsp:nvSpPr>
        <dsp:cNvPr id="0" name=""/>
        <dsp:cNvSpPr/>
      </dsp:nvSpPr>
      <dsp:spPr>
        <a:xfrm>
          <a:off x="374285" y="2586953"/>
          <a:ext cx="5240002" cy="413280"/>
        </a:xfrm>
        <a:prstGeom prst="roundRect">
          <a:avLst/>
        </a:prstGeom>
        <a:solidFill>
          <a:schemeClr val="accent2">
            <a:hueOff val="4714731"/>
            <a:satOff val="-17759"/>
            <a:lumOff val="1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060" tIns="0" rIns="19806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JavaScript automation</a:t>
          </a:r>
          <a:endParaRPr lang="en-US" sz="1400" kern="1200"/>
        </a:p>
      </dsp:txBody>
      <dsp:txXfrm>
        <a:off x="394460" y="2607128"/>
        <a:ext cx="5199652" cy="372930"/>
      </dsp:txXfrm>
    </dsp:sp>
    <dsp:sp modelId="{DDAAECD0-F243-4AC6-A12E-5F41EDA0CBE1}">
      <dsp:nvSpPr>
        <dsp:cNvPr id="0" name=""/>
        <dsp:cNvSpPr/>
      </dsp:nvSpPr>
      <dsp:spPr>
        <a:xfrm>
          <a:off x="0" y="3891684"/>
          <a:ext cx="7485718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5893414"/>
              <a:satOff val="-22198"/>
              <a:lumOff val="186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7E71B9-585E-40E1-A101-F4B8E3EBAA4B}">
      <dsp:nvSpPr>
        <dsp:cNvPr id="0" name=""/>
        <dsp:cNvSpPr/>
      </dsp:nvSpPr>
      <dsp:spPr>
        <a:xfrm>
          <a:off x="374285" y="3685044"/>
          <a:ext cx="5240002" cy="413280"/>
        </a:xfrm>
        <a:prstGeom prst="roundRect">
          <a:avLst/>
        </a:prstGeom>
        <a:solidFill>
          <a:schemeClr val="accent2">
            <a:hueOff val="5893414"/>
            <a:satOff val="-22198"/>
            <a:lumOff val="186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060" tIns="0" rIns="19806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AES-encryption document storage and secure ZIP export</a:t>
          </a:r>
          <a:endParaRPr lang="en-US" sz="1400" kern="1200"/>
        </a:p>
      </dsp:txBody>
      <dsp:txXfrm>
        <a:off x="394460" y="3705219"/>
        <a:ext cx="5199652" cy="372930"/>
      </dsp:txXfrm>
    </dsp:sp>
    <dsp:sp modelId="{B79A0589-9546-4D89-8F98-7136A1FF2633}">
      <dsp:nvSpPr>
        <dsp:cNvPr id="0" name=""/>
        <dsp:cNvSpPr/>
      </dsp:nvSpPr>
      <dsp:spPr>
        <a:xfrm>
          <a:off x="0" y="4526724"/>
          <a:ext cx="7485718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86B6E4-E69D-4D61-9751-9FEBB04EC515}">
      <dsp:nvSpPr>
        <dsp:cNvPr id="0" name=""/>
        <dsp:cNvSpPr/>
      </dsp:nvSpPr>
      <dsp:spPr>
        <a:xfrm>
          <a:off x="374285" y="4320084"/>
          <a:ext cx="5240002" cy="413280"/>
        </a:xfrm>
        <a:prstGeom prst="round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060" tIns="0" rIns="19806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MSTest unit test project</a:t>
          </a:r>
          <a:endParaRPr lang="en-US" sz="1400" kern="1200"/>
        </a:p>
      </dsp:txBody>
      <dsp:txXfrm>
        <a:off x="394460" y="4340259"/>
        <a:ext cx="5199652" cy="3729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D1E45E-707C-42E5-B0DD-86D3648E84E4}">
      <dsp:nvSpPr>
        <dsp:cNvPr id="0" name=""/>
        <dsp:cNvSpPr/>
      </dsp:nvSpPr>
      <dsp:spPr>
        <a:xfrm>
          <a:off x="0" y="0"/>
          <a:ext cx="103632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92ED54-A039-4C94-A584-63BF79D943B2}">
      <dsp:nvSpPr>
        <dsp:cNvPr id="0" name=""/>
        <dsp:cNvSpPr/>
      </dsp:nvSpPr>
      <dsp:spPr>
        <a:xfrm>
          <a:off x="0" y="0"/>
          <a:ext cx="10363200" cy="922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Lecture -&gt; Program Coordinator -&gt; Academic Manager -&gt; HR -&gt; CSV Invoice Report</a:t>
          </a:r>
          <a:endParaRPr lang="en-US" sz="2600" kern="1200"/>
        </a:p>
      </dsp:txBody>
      <dsp:txXfrm>
        <a:off x="0" y="0"/>
        <a:ext cx="10363200" cy="922589"/>
      </dsp:txXfrm>
    </dsp:sp>
    <dsp:sp modelId="{93BD614A-BC43-458C-8B45-9B9F2E5456CD}">
      <dsp:nvSpPr>
        <dsp:cNvPr id="0" name=""/>
        <dsp:cNvSpPr/>
      </dsp:nvSpPr>
      <dsp:spPr>
        <a:xfrm>
          <a:off x="0" y="922589"/>
          <a:ext cx="10363200" cy="0"/>
        </a:xfrm>
        <a:prstGeom prst="line">
          <a:avLst/>
        </a:prstGeom>
        <a:solidFill>
          <a:schemeClr val="accent2">
            <a:hueOff val="2357366"/>
            <a:satOff val="-8879"/>
            <a:lumOff val="7451"/>
            <a:alphaOff val="0"/>
          </a:schemeClr>
        </a:solidFill>
        <a:ln w="12700" cap="flat" cmpd="sng" algn="ctr">
          <a:solidFill>
            <a:schemeClr val="accent2">
              <a:hueOff val="2357366"/>
              <a:satOff val="-8879"/>
              <a:lumOff val="7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326F0F-602D-4566-A4AB-722C1D3615C9}">
      <dsp:nvSpPr>
        <dsp:cNvPr id="0" name=""/>
        <dsp:cNvSpPr/>
      </dsp:nvSpPr>
      <dsp:spPr>
        <a:xfrm>
          <a:off x="0" y="922589"/>
          <a:ext cx="10363200" cy="922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Automated claim amount calculation</a:t>
          </a:r>
          <a:endParaRPr lang="en-US" sz="2600" kern="1200"/>
        </a:p>
      </dsp:txBody>
      <dsp:txXfrm>
        <a:off x="0" y="922589"/>
        <a:ext cx="10363200" cy="922589"/>
      </dsp:txXfrm>
    </dsp:sp>
    <dsp:sp modelId="{2533F913-26CA-42E5-8406-78229EC84465}">
      <dsp:nvSpPr>
        <dsp:cNvPr id="0" name=""/>
        <dsp:cNvSpPr/>
      </dsp:nvSpPr>
      <dsp:spPr>
        <a:xfrm>
          <a:off x="0" y="1845178"/>
          <a:ext cx="10363200" cy="0"/>
        </a:xfrm>
        <a:prstGeom prst="line">
          <a:avLst/>
        </a:prstGeom>
        <a:solidFill>
          <a:schemeClr val="accent2">
            <a:hueOff val="4714731"/>
            <a:satOff val="-17759"/>
            <a:lumOff val="14902"/>
            <a:alphaOff val="0"/>
          </a:schemeClr>
        </a:solidFill>
        <a:ln w="12700" cap="flat" cmpd="sng" algn="ctr">
          <a:solidFill>
            <a:schemeClr val="accent2">
              <a:hueOff val="4714731"/>
              <a:satOff val="-17759"/>
              <a:lumOff val="14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F41F5B-E9FD-4970-B3BA-63C35E4DAE3B}">
      <dsp:nvSpPr>
        <dsp:cNvPr id="0" name=""/>
        <dsp:cNvSpPr/>
      </dsp:nvSpPr>
      <dsp:spPr>
        <a:xfrm>
          <a:off x="0" y="1845178"/>
          <a:ext cx="10363200" cy="922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Automated claim validation summary for Coordinator/Manager</a:t>
          </a:r>
          <a:endParaRPr lang="en-US" sz="2600" kern="1200"/>
        </a:p>
      </dsp:txBody>
      <dsp:txXfrm>
        <a:off x="0" y="1845178"/>
        <a:ext cx="10363200" cy="922589"/>
      </dsp:txXfrm>
    </dsp:sp>
    <dsp:sp modelId="{F78B2066-E99F-473D-9C9D-10D9DF64C5F6}">
      <dsp:nvSpPr>
        <dsp:cNvPr id="0" name=""/>
        <dsp:cNvSpPr/>
      </dsp:nvSpPr>
      <dsp:spPr>
        <a:xfrm>
          <a:off x="0" y="2767767"/>
          <a:ext cx="10363200" cy="0"/>
        </a:xfrm>
        <a:prstGeom prst="line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8BC955-0C72-4C61-BF54-4F8D39690A12}">
      <dsp:nvSpPr>
        <dsp:cNvPr id="0" name=""/>
        <dsp:cNvSpPr/>
      </dsp:nvSpPr>
      <dsp:spPr>
        <a:xfrm>
          <a:off x="0" y="2767767"/>
          <a:ext cx="10363200" cy="922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Automated invoice generation for Human Resources (HR)</a:t>
          </a:r>
          <a:endParaRPr lang="en-US" sz="2600" kern="1200"/>
        </a:p>
      </dsp:txBody>
      <dsp:txXfrm>
        <a:off x="0" y="2767767"/>
        <a:ext cx="10363200" cy="9225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555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71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846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080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4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96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13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60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665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5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2755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55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08" r:id="rId6"/>
    <p:sldLayoutId id="2147483804" r:id="rId7"/>
    <p:sldLayoutId id="2147483805" r:id="rId8"/>
    <p:sldLayoutId id="2147483806" r:id="rId9"/>
    <p:sldLayoutId id="2147483807" r:id="rId10"/>
    <p:sldLayoutId id="214748380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06BD704-01C2-4341-B99A-116CC7EC5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96891B17-8C3A-4B06-0B16-F3292E8A94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234" b="9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225C01B-A296-4FAA-AA46-794F27DF6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DF81AD-3D3A-4BB9-CF39-25715E1D5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451" y="1352492"/>
            <a:ext cx="4665540" cy="1143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Contract Monthly Claims System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2713E66-598D-4B8A-9D2A-67C7AF46E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9D40A8CC-D4A7-C98F-4C30-FE6B134D2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9454" y="2662356"/>
            <a:ext cx="4665546" cy="3057911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Luc de Marillac St Julien</a:t>
            </a:r>
            <a:endParaRPr lang="en-US"/>
          </a:p>
          <a:p>
            <a:pPr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PROG6212</a:t>
            </a:r>
            <a:endParaRPr lang="en-US"/>
          </a:p>
          <a:p>
            <a:pPr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Part 3 – Automation</a:t>
            </a:r>
            <a:endParaRPr lang="en-US"/>
          </a:p>
          <a:p>
            <a:pPr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Youn-Soo Kim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51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2AF868-888F-8517-4713-A69F2CD01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n-GB" dirty="0"/>
              <a:t>System Overview Slide</a:t>
            </a:r>
            <a:endParaRPr lang="en-ZA" dirty="0"/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56A09FB9-450A-05A3-2F87-05DF76518F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983" r="18734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99D0D-081A-0046-508A-8191A2626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r>
              <a:rPr lang="en-GB" sz="1900" dirty="0"/>
              <a:t>The CMCS system digitises and automates monthly Independent Contractor lecturer claims</a:t>
            </a:r>
          </a:p>
          <a:p>
            <a:r>
              <a:rPr lang="en-GB" sz="1900" dirty="0"/>
              <a:t>Lecturer submit claims with supporting documents</a:t>
            </a:r>
          </a:p>
          <a:p>
            <a:r>
              <a:rPr lang="en-GB" sz="1900" dirty="0"/>
              <a:t>Program Coordinators verify claims</a:t>
            </a:r>
          </a:p>
          <a:p>
            <a:r>
              <a:rPr lang="en-GB" sz="1900" dirty="0"/>
              <a:t>Academic Managers approve claims</a:t>
            </a:r>
          </a:p>
          <a:p>
            <a:r>
              <a:rPr lang="en-GB" sz="1900" dirty="0"/>
              <a:t>HR managers users and generates payment reports</a:t>
            </a:r>
          </a:p>
          <a:p>
            <a:r>
              <a:rPr lang="en-GB" sz="1900" dirty="0"/>
              <a:t>End-to-end claim visibility makes sure transparency, accountability, and payment accuracy</a:t>
            </a:r>
            <a:endParaRPr lang="en-ZA" sz="1900" dirty="0"/>
          </a:p>
        </p:txBody>
      </p:sp>
    </p:spTree>
    <p:extLst>
      <p:ext uri="{BB962C8B-B14F-4D97-AF65-F5344CB8AC3E}">
        <p14:creationId xmlns:p14="http://schemas.microsoft.com/office/powerpoint/2010/main" val="4095009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2AFCD-95F4-FC17-699E-F56E9D283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2652779" cy="4150811"/>
          </a:xfrm>
        </p:spPr>
        <p:txBody>
          <a:bodyPr>
            <a:normAutofit/>
          </a:bodyPr>
          <a:lstStyle/>
          <a:p>
            <a:r>
              <a:rPr lang="en-GB" sz="3400"/>
              <a:t>Technology Stack</a:t>
            </a:r>
            <a:endParaRPr lang="en-ZA" sz="34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85A180-17F0-9F5F-51D9-6D242E788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1D38C3-1A52-7696-333C-2B31FC6450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966648"/>
              </p:ext>
            </p:extLst>
          </p:nvPr>
        </p:nvGraphicFramePr>
        <p:xfrm>
          <a:off x="4045291" y="1371600"/>
          <a:ext cx="7485718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9989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3D2074-F615-EC98-1B61-68B2C1A5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en-GB"/>
              <a:t>System Workflow / Architecture</a:t>
            </a:r>
            <a:endParaRPr lang="en-ZA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27B82D71-15A2-00AF-644C-D2722027F5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8201155"/>
              </p:ext>
            </p:extLst>
          </p:nvPr>
        </p:nvGraphicFramePr>
        <p:xfrm>
          <a:off x="914400" y="2607561"/>
          <a:ext cx="10363200" cy="369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6554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1C8F4-D288-2ECC-CC19-654190D89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3 Improvements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AC154-FD73-A3E7-9D00-9BA3B19AC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Part 2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BC4B5-1E13-0014-F70C-4D4006CA43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Manual checks by Coordinator/Manager</a:t>
            </a:r>
          </a:p>
          <a:p>
            <a:r>
              <a:rPr lang="en-GB" dirty="0"/>
              <a:t>Auto-fetched from Lecturer Profile</a:t>
            </a:r>
          </a:p>
          <a:p>
            <a:r>
              <a:rPr lang="en-GB" dirty="0"/>
              <a:t>Auto amount calculation not displayed</a:t>
            </a:r>
          </a:p>
          <a:p>
            <a:r>
              <a:rPr lang="en-GB" dirty="0"/>
              <a:t>Large file uploads caused crash</a:t>
            </a:r>
          </a:p>
          <a:p>
            <a:r>
              <a:rPr lang="en-GB" dirty="0"/>
              <a:t>No HR automation</a:t>
            </a:r>
          </a:p>
          <a:p>
            <a:r>
              <a:rPr lang="en-GB" dirty="0"/>
              <a:t>Basic dashboards</a:t>
            </a:r>
            <a:endParaRPr lang="en-Z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C613BB-2D1F-6F1D-49D9-3EBF132CCC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Part 3 Improvements</a:t>
            </a:r>
            <a:endParaRPr lang="en-ZA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11C75A-B4B7-6A25-B03D-9D2AA205073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Automated validation via </a:t>
            </a:r>
            <a:r>
              <a:rPr lang="en-GB" dirty="0" err="1"/>
              <a:t>ClaimEvaluationService</a:t>
            </a:r>
            <a:endParaRPr lang="en-GB" dirty="0"/>
          </a:p>
          <a:p>
            <a:r>
              <a:rPr lang="en-GB" dirty="0"/>
              <a:t>Auto-Calculation displayed with JavaScript</a:t>
            </a:r>
          </a:p>
          <a:p>
            <a:r>
              <a:rPr lang="en-GB" dirty="0"/>
              <a:t>File Size Validation (Client-side + server side)</a:t>
            </a:r>
          </a:p>
          <a:p>
            <a:r>
              <a:rPr lang="en-GB" dirty="0"/>
              <a:t>HR Invoice generation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82849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62A95-4E28-4E59-E7F2-1F69F902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Lecturer Automation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055B0-6572-DE6A-E4D7-5A574EC9F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79" y="2176036"/>
            <a:ext cx="4261104" cy="412188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The Lecturer Claim creation form automatically calculates the claim amount as Hours x Hourly Rate, validates hours, and applies file size/type restrictions before submission.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3A8A2A8-61E5-EA6D-2168-1552E9D8913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562" r="26921" b="-2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053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5BF6C5-E4B4-1C6B-843A-DD464D332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1083" y="1409700"/>
            <a:ext cx="4167042" cy="287586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Program Coordinator Automation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D85E3-A853-3F64-BE50-AB228AE83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09191" y="4431107"/>
            <a:ext cx="3972865" cy="13444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b="1" cap="all" spc="300"/>
              <a:t>Coordinator dashboard shows a list of pending claims with automated evaluation summaries</a:t>
            </a:r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FB1087-16E1-C54F-003B-06BA7AAD9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9032"/>
          <a:stretch>
            <a:fillRect/>
          </a:stretch>
        </p:blipFill>
        <p:spPr>
          <a:xfrm>
            <a:off x="20" y="609600"/>
            <a:ext cx="6778327" cy="5688323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248400"/>
            <a:ext cx="6778350" cy="4900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434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3C165-BDAF-E099-54FA-37CF5340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Academic Manager Claims View</a:t>
            </a:r>
            <a:endParaRPr lang="en-Z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C7C280-4A7A-EB63-8FCA-95CD533209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3550" y="1030592"/>
            <a:ext cx="5381625" cy="516670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205A14-2E31-9251-4AA1-CE3E28825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/>
              <a:t>Manager dashboard lists all verified claims and allows the Academic Manager to do final approve or reject with full context and document access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50645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949AE-6364-CB33-4CA1-FD9057E37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HR CSV Invoice Generation</a:t>
            </a:r>
            <a:endParaRPr lang="en-ZA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5CFD934-736C-7DA4-B0F9-1E89AB61A2A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007" r="1007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C42D8-A1AC-A948-202C-FE41BA2F3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HR can manage users, edit user info, view each lecturer individual claims, and generate CSV invoice reports for a single claim or a period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8060463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305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Grandview Display</vt:lpstr>
      <vt:lpstr>DashVTI</vt:lpstr>
      <vt:lpstr>Contract Monthly Claims System</vt:lpstr>
      <vt:lpstr>System Overview Slide</vt:lpstr>
      <vt:lpstr>Technology Stack</vt:lpstr>
      <vt:lpstr>System Workflow / Architecture</vt:lpstr>
      <vt:lpstr>Part 3 Improvements</vt:lpstr>
      <vt:lpstr>Lecturer Automation</vt:lpstr>
      <vt:lpstr>Program Coordinator Automation</vt:lpstr>
      <vt:lpstr>Academic Manager Claims View</vt:lpstr>
      <vt:lpstr>HR CSV Invoice Generation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 de Marillac St Julien</dc:creator>
  <cp:lastModifiedBy>Luc de Marillac St Julien</cp:lastModifiedBy>
  <cp:revision>1</cp:revision>
  <dcterms:created xsi:type="dcterms:W3CDTF">2025-11-20T19:37:57Z</dcterms:created>
  <dcterms:modified xsi:type="dcterms:W3CDTF">2025-11-20T23:28:18Z</dcterms:modified>
</cp:coreProperties>
</file>